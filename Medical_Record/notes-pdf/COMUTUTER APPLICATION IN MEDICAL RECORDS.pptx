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57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23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06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07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06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35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24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0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93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2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277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70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961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835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607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82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520D8-D0B9-4294-8024-97131C5C0E0E}" type="datetimeFigureOut">
              <a:rPr lang="en-IN" smtClean="0"/>
              <a:t>08-04-2020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C0B626E-A8B6-4AEF-A8E7-B7B6EDE89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62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C98C-D3DA-48A9-8C59-5F3BE5BE0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47967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IN" dirty="0"/>
              <a:t>COMUTUTER APPLICATION IN MEDICAL RECORDS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8F80B-4C1D-4044-B97F-E75C2FE0A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3443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ELECTRONIC HEALTH RECORDS </a:t>
            </a:r>
          </a:p>
        </p:txBody>
      </p:sp>
    </p:spTree>
    <p:extLst>
      <p:ext uri="{BB962C8B-B14F-4D97-AF65-F5344CB8AC3E}">
        <p14:creationId xmlns:p14="http://schemas.microsoft.com/office/powerpoint/2010/main" val="146337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3B7972-DABE-40D7-8555-B73F09EBC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6696"/>
          <a:stretch/>
        </p:blipFill>
        <p:spPr>
          <a:xfrm>
            <a:off x="942109" y="955964"/>
            <a:ext cx="9892145" cy="494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9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E09F94-7B0A-4B2E-806E-02405C5CED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052"/>
          <a:stretch/>
        </p:blipFill>
        <p:spPr>
          <a:xfrm>
            <a:off x="300470" y="415637"/>
            <a:ext cx="6076950" cy="5403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E4009A-049C-48B9-8FD9-0C1C9FE7EB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74" t="10980" r="5999" b="23429"/>
          <a:stretch/>
        </p:blipFill>
        <p:spPr>
          <a:xfrm>
            <a:off x="6377420" y="415638"/>
            <a:ext cx="5246545" cy="540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4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F87B72-7097-46EB-9D4C-3599644B4D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7" t="3691" r="1667" b="15232"/>
          <a:stretch/>
        </p:blipFill>
        <p:spPr>
          <a:xfrm>
            <a:off x="477981" y="360218"/>
            <a:ext cx="6033655" cy="57496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DC72B9-AE23-4684-B408-596EE8BC84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31" t="3388" r="5315" b="14319"/>
          <a:stretch/>
        </p:blipFill>
        <p:spPr>
          <a:xfrm>
            <a:off x="6241473" y="360218"/>
            <a:ext cx="5472546" cy="574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0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2DEDCA-7BC8-4480-B17B-AC282F237F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5" r="5315" b="28895"/>
          <a:stretch/>
        </p:blipFill>
        <p:spPr>
          <a:xfrm>
            <a:off x="789710" y="595745"/>
            <a:ext cx="10543308" cy="592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95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C8B93C-CD4E-4D81-B271-0DCA324918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445"/>
          <a:stretch/>
        </p:blipFill>
        <p:spPr>
          <a:xfrm>
            <a:off x="914400" y="512618"/>
            <a:ext cx="10418618" cy="543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39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8097B5-ED1D-4E16-87C0-7B2615F8BA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141"/>
          <a:stretch/>
        </p:blipFill>
        <p:spPr>
          <a:xfrm>
            <a:off x="581891" y="332510"/>
            <a:ext cx="11014363" cy="59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09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E95077-D01D-4289-8575-21E866D3C4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1" t="303" r="2771" b="20696"/>
          <a:stretch/>
        </p:blipFill>
        <p:spPr>
          <a:xfrm>
            <a:off x="775855" y="498764"/>
            <a:ext cx="10820399" cy="583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5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AD23CD-2834-4A86-AB7E-74EF52B2B3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18" r="5316" b="27073"/>
          <a:stretch/>
        </p:blipFill>
        <p:spPr>
          <a:xfrm>
            <a:off x="1149927" y="484909"/>
            <a:ext cx="9684327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98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16339E-44B1-49F5-9621-D44C075C87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555"/>
          <a:stretch/>
        </p:blipFill>
        <p:spPr>
          <a:xfrm>
            <a:off x="734291" y="526474"/>
            <a:ext cx="10764982" cy="558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5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BD9452-7865-45EC-AD2D-E46C0ED4C2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9" r="3035" b="16644"/>
          <a:stretch/>
        </p:blipFill>
        <p:spPr>
          <a:xfrm>
            <a:off x="568036" y="540327"/>
            <a:ext cx="10958946" cy="57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73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A3A5F7-2A89-4BF3-B6E3-C31F25B94B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141"/>
          <a:stretch/>
        </p:blipFill>
        <p:spPr>
          <a:xfrm>
            <a:off x="1025236" y="484909"/>
            <a:ext cx="9905999" cy="56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5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89A831-5932-4446-8F3B-F375D8CA5A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257"/>
          <a:stretch/>
        </p:blipFill>
        <p:spPr>
          <a:xfrm>
            <a:off x="1316182" y="1147762"/>
            <a:ext cx="9656618" cy="410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4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6AC182-2ED8-43B3-BFB2-31E1896D33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59" r="11242" b="10372"/>
          <a:stretch/>
        </p:blipFill>
        <p:spPr>
          <a:xfrm>
            <a:off x="1122219" y="0"/>
            <a:ext cx="8908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23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4F78AA-B5C0-4B81-BE8C-DDF88434D1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27" r="17271" b="4405"/>
          <a:stretch/>
        </p:blipFill>
        <p:spPr>
          <a:xfrm>
            <a:off x="1246908" y="0"/>
            <a:ext cx="8659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94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2EDA8C-FFC0-4E56-BCDD-F288C5637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5" y="0"/>
            <a:ext cx="9088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71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6E4693-E21F-449C-9E1C-D7540CEC18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5" r="10330"/>
          <a:stretch/>
        </p:blipFill>
        <p:spPr>
          <a:xfrm>
            <a:off x="429491" y="0"/>
            <a:ext cx="8922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20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1333CD-321F-4572-8677-9512788DE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1" t="5210" r="15802"/>
          <a:stretch/>
        </p:blipFill>
        <p:spPr>
          <a:xfrm>
            <a:off x="443345" y="0"/>
            <a:ext cx="89084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07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301BF4-0A90-4F5A-BF29-95F9A92E2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4" r="7823"/>
          <a:stretch/>
        </p:blipFill>
        <p:spPr>
          <a:xfrm>
            <a:off x="526472" y="0"/>
            <a:ext cx="8866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53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8E4564-C829-4FA3-AE10-BBB76A74B3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507"/>
          <a:stretch/>
        </p:blipFill>
        <p:spPr>
          <a:xfrm>
            <a:off x="623455" y="0"/>
            <a:ext cx="9116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122C93-4325-455C-9E33-F943DBE800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823"/>
          <a:stretch/>
        </p:blipFill>
        <p:spPr>
          <a:xfrm>
            <a:off x="623455" y="0"/>
            <a:ext cx="8797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73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6378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</TotalTime>
  <Words>8</Words>
  <Application>Microsoft Office PowerPoint</Application>
  <PresentationFormat>Widescreen</PresentationFormat>
  <Paragraphs>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Facet</vt:lpstr>
      <vt:lpstr>COMUTUTER APPLICATION IN MEDICAL RECORDS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COMUTUTER APPLICATION IN MEDICAL RECORDS </dc:title>
  <dc:creator>debjani mukherjee</dc:creator>
  <cp:lastModifiedBy>debjani mukherjee</cp:lastModifiedBy>
  <cp:revision>7</cp:revision>
  <dcterms:created xsi:type="dcterms:W3CDTF">2020-04-06T14:00:47Z</dcterms:created>
  <dcterms:modified xsi:type="dcterms:W3CDTF">2020-04-08T16:47:05Z</dcterms:modified>
</cp:coreProperties>
</file>