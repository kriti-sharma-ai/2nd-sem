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2F32-2908-440D-B08B-847314274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HOSPITAL STATISTICS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8C80C-AF9C-4CC9-89EB-6AF4F87481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4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8E90FF-1856-413A-A752-1332D5EF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147762"/>
            <a:ext cx="8289348" cy="52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4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35ADC-64A6-4411-B5A6-3BC3DFE9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672" y="471055"/>
            <a:ext cx="8575963" cy="606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205546-DD94-4C23-B02D-D6C40DD0F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845128"/>
            <a:ext cx="7970693" cy="57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5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7D762B-6487-437D-8FF2-52718C2A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90" y="429083"/>
            <a:ext cx="9060873" cy="61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373484-C871-4AEA-9526-2F786A4FA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891" y="457201"/>
            <a:ext cx="8506691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65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DD4A0A-B016-44BB-A36E-6F7452D4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637310"/>
            <a:ext cx="8386330" cy="565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2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E0F2E5-9D59-4EB4-9D23-D812FADC7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540328"/>
            <a:ext cx="8067675" cy="566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0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05D958-C4D4-4B0B-8FC2-AE20E461E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36" y="773690"/>
            <a:ext cx="8922327" cy="547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9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5BF0BD-B9FA-4EEC-888C-A69561CA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526473"/>
            <a:ext cx="8053820" cy="588818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2094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070566-1F6B-4A00-A88A-F2EED6888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526474"/>
            <a:ext cx="8026111" cy="598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32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D019E2-FA40-4A8B-839E-FB0C1B96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374074"/>
            <a:ext cx="8483311" cy="61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7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68030F-F34F-45CD-8C22-9E69E4424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554182"/>
            <a:ext cx="8330911" cy="58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8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5528EF-5F18-466A-BE08-BFA14866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609600"/>
            <a:ext cx="8095384" cy="570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920C60-12BC-4E9B-85F7-75BFCCA6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678873"/>
            <a:ext cx="8192366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8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623C28-3F1A-4A0C-B4FA-694FB4FB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310" y="718271"/>
            <a:ext cx="8354290" cy="53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32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12DB5B-62E7-489D-BD4B-913787DA1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678873"/>
            <a:ext cx="8303202" cy="57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09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FCDA53-A209-4298-AEE6-C40E0BE1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443345"/>
            <a:ext cx="8455602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4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419CAC-22F5-4F3E-9A06-961D4C6E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401781"/>
            <a:ext cx="8317057" cy="602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3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2DCB54-AF25-4009-A202-24140EE24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91" y="526473"/>
            <a:ext cx="8894618" cy="58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9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6C4B28-975A-439F-8DF6-DD50350C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526473"/>
            <a:ext cx="8451273" cy="605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14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BFF72A-9978-4F90-A24B-689BAB8D5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509" y="775855"/>
            <a:ext cx="8977746" cy="559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90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BB5DD0-F3F4-4E1E-A970-F5E65B464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443346"/>
            <a:ext cx="8497166" cy="59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98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1733E0-E242-499C-9651-D38661D6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360218"/>
            <a:ext cx="8275493" cy="608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51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5D29-92B0-4AA2-8E80-4A4C60F6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BE81B-1048-492A-AD9C-4417F5BA8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977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117</TotalTime>
  <Words>4</Words>
  <Application>Microsoft Office PowerPoint</Application>
  <PresentationFormat>Widescreen</PresentationFormat>
  <Paragraphs>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Algerian</vt:lpstr>
      <vt:lpstr>Arial</vt:lpstr>
      <vt:lpstr>Century Gothic</vt:lpstr>
      <vt:lpstr>Wingdings 3</vt:lpstr>
      <vt:lpstr>Wisp</vt:lpstr>
      <vt:lpstr>HOSPITAL STATISTICS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STATISTICS </dc:title>
  <dc:creator>debjani mukherjee</dc:creator>
  <cp:lastModifiedBy>debjani mukherjee</cp:lastModifiedBy>
  <cp:revision>5</cp:revision>
  <dcterms:created xsi:type="dcterms:W3CDTF">2020-03-30T14:10:13Z</dcterms:created>
  <dcterms:modified xsi:type="dcterms:W3CDTF">2025-03-20T07:17:42Z</dcterms:modified>
</cp:coreProperties>
</file>