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74" r:id="rId26"/>
    <p:sldId id="282" r:id="rId27"/>
    <p:sldId id="283" r:id="rId28"/>
    <p:sldId id="284" r:id="rId29"/>
    <p:sldId id="258" r:id="rId30"/>
    <p:sldId id="285" r:id="rId31"/>
    <p:sldId id="286" r:id="rId32"/>
    <p:sldId id="287" r:id="rId33"/>
    <p:sldId id="288" r:id="rId34"/>
    <p:sldId id="289" r:id="rId35"/>
    <p:sldId id="291" r:id="rId36"/>
    <p:sldId id="294" r:id="rId37"/>
    <p:sldId id="295" r:id="rId38"/>
    <p:sldId id="290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6AFEA6-CC85-4EFE-803C-DA8C8ED12CCD}" type="doc">
      <dgm:prSet loTypeId="urn:microsoft.com/office/officeart/2005/8/layout/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8F86EAA0-0B97-4CBE-9691-75F2571EEE74}">
      <dgm:prSet phldrT="[Text]" custT="1"/>
      <dgm:spPr/>
      <dgm:t>
        <a:bodyPr/>
        <a:lstStyle/>
        <a:p>
          <a:r>
            <a:rPr lang="en-IN" sz="2800" dirty="0"/>
            <a:t>Receipt of records from outpatient clinics and arrangement of these records in a prescribed standard order </a:t>
          </a:r>
        </a:p>
      </dgm:t>
    </dgm:pt>
    <dgm:pt modelId="{5684303E-02C6-4FD6-90CE-43999C96EA88}" type="parTrans" cxnId="{CD696BA2-C17D-468D-BE3C-E51A2B172DE4}">
      <dgm:prSet/>
      <dgm:spPr/>
      <dgm:t>
        <a:bodyPr/>
        <a:lstStyle/>
        <a:p>
          <a:endParaRPr lang="en-IN"/>
        </a:p>
      </dgm:t>
    </dgm:pt>
    <dgm:pt modelId="{5CB3EC48-EFB9-4DFA-AF45-B64857CC0C87}" type="sibTrans" cxnId="{CD696BA2-C17D-468D-BE3C-E51A2B172DE4}">
      <dgm:prSet/>
      <dgm:spPr/>
      <dgm:t>
        <a:bodyPr/>
        <a:lstStyle/>
        <a:p>
          <a:endParaRPr lang="en-IN"/>
        </a:p>
      </dgm:t>
    </dgm:pt>
    <dgm:pt modelId="{FA213A14-4F00-414F-8B76-104BF1D027C9}">
      <dgm:prSet phldrT="[Text]" custT="1"/>
      <dgm:spPr/>
      <dgm:t>
        <a:bodyPr/>
        <a:lstStyle/>
        <a:p>
          <a:r>
            <a:rPr lang="en-IN" sz="2800" dirty="0"/>
            <a:t>Receipt and mounting of investigation reports in appropriate </a:t>
          </a:r>
        </a:p>
      </dgm:t>
    </dgm:pt>
    <dgm:pt modelId="{B5D33D7C-9444-489D-8AC9-9766B026A76E}" type="parTrans" cxnId="{47E55011-0641-4FA5-B69F-DCB5C454B8E8}">
      <dgm:prSet/>
      <dgm:spPr/>
      <dgm:t>
        <a:bodyPr/>
        <a:lstStyle/>
        <a:p>
          <a:endParaRPr lang="en-IN"/>
        </a:p>
      </dgm:t>
    </dgm:pt>
    <dgm:pt modelId="{72B05FD0-8139-42C3-916E-8D7625D1301B}" type="sibTrans" cxnId="{47E55011-0641-4FA5-B69F-DCB5C454B8E8}">
      <dgm:prSet/>
      <dgm:spPr/>
      <dgm:t>
        <a:bodyPr/>
        <a:lstStyle/>
        <a:p>
          <a:endParaRPr lang="en-IN"/>
        </a:p>
      </dgm:t>
    </dgm:pt>
    <dgm:pt modelId="{18C7268B-541D-4EE0-92F5-92B84EB9F6E3}">
      <dgm:prSet phldrT="[Text]" custT="1"/>
      <dgm:spPr/>
      <dgm:t>
        <a:bodyPr/>
        <a:lstStyle/>
        <a:p>
          <a:r>
            <a:rPr lang="en-IN" sz="2800" dirty="0"/>
            <a:t>Checking for deficiencies in </a:t>
          </a:r>
          <a:r>
            <a:rPr lang="en-IN" sz="2800" dirty="0" err="1"/>
            <a:t>partient</a:t>
          </a:r>
          <a:r>
            <a:rPr lang="en-IN" sz="2800" dirty="0"/>
            <a:t> records </a:t>
          </a:r>
        </a:p>
      </dgm:t>
    </dgm:pt>
    <dgm:pt modelId="{5066AB8F-16DE-4676-A826-118384B8BC2E}" type="parTrans" cxnId="{704C1DC0-1916-4B2C-9C26-264132140D51}">
      <dgm:prSet/>
      <dgm:spPr/>
      <dgm:t>
        <a:bodyPr/>
        <a:lstStyle/>
        <a:p>
          <a:endParaRPr lang="en-IN"/>
        </a:p>
      </dgm:t>
    </dgm:pt>
    <dgm:pt modelId="{0FA1E119-FB6C-479B-88FE-06BB16676A38}" type="sibTrans" cxnId="{704C1DC0-1916-4B2C-9C26-264132140D51}">
      <dgm:prSet/>
      <dgm:spPr/>
      <dgm:t>
        <a:bodyPr/>
        <a:lstStyle/>
        <a:p>
          <a:endParaRPr lang="en-IN"/>
        </a:p>
      </dgm:t>
    </dgm:pt>
    <dgm:pt modelId="{BB82CE4F-CA32-491B-8095-6C7104D2C4AB}" type="pres">
      <dgm:prSet presAssocID="{F56AFEA6-CC85-4EFE-803C-DA8C8ED12CCD}" presName="linear" presStyleCnt="0">
        <dgm:presLayoutVars>
          <dgm:dir/>
          <dgm:animLvl val="lvl"/>
          <dgm:resizeHandles val="exact"/>
        </dgm:presLayoutVars>
      </dgm:prSet>
      <dgm:spPr/>
    </dgm:pt>
    <dgm:pt modelId="{AA0C4B4E-876A-4D87-9BD3-3D51187E293B}" type="pres">
      <dgm:prSet presAssocID="{8F86EAA0-0B97-4CBE-9691-75F2571EEE74}" presName="parentLin" presStyleCnt="0"/>
      <dgm:spPr/>
    </dgm:pt>
    <dgm:pt modelId="{610416F1-DF64-4F28-8D7D-EFC4A56A779B}" type="pres">
      <dgm:prSet presAssocID="{8F86EAA0-0B97-4CBE-9691-75F2571EEE74}" presName="parentLeftMargin" presStyleLbl="node1" presStyleIdx="0" presStyleCnt="3"/>
      <dgm:spPr/>
    </dgm:pt>
    <dgm:pt modelId="{31437165-4486-4172-899C-162E692F3BF1}" type="pres">
      <dgm:prSet presAssocID="{8F86EAA0-0B97-4CBE-9691-75F2571EEE74}" presName="parentText" presStyleLbl="node1" presStyleIdx="0" presStyleCnt="3" custScaleX="142997" custScaleY="217535" custLinFactNeighborX="621" custLinFactNeighborY="-13409">
        <dgm:presLayoutVars>
          <dgm:chMax val="0"/>
          <dgm:bulletEnabled val="1"/>
        </dgm:presLayoutVars>
      </dgm:prSet>
      <dgm:spPr/>
    </dgm:pt>
    <dgm:pt modelId="{77156027-26CB-4CCA-8656-B4E321255525}" type="pres">
      <dgm:prSet presAssocID="{8F86EAA0-0B97-4CBE-9691-75F2571EEE74}" presName="negativeSpace" presStyleCnt="0"/>
      <dgm:spPr/>
    </dgm:pt>
    <dgm:pt modelId="{AD2813A5-2D93-4142-B89E-41DDC522B7B2}" type="pres">
      <dgm:prSet presAssocID="{8F86EAA0-0B97-4CBE-9691-75F2571EEE74}" presName="childText" presStyleLbl="conFgAcc1" presStyleIdx="0" presStyleCnt="3">
        <dgm:presLayoutVars>
          <dgm:bulletEnabled val="1"/>
        </dgm:presLayoutVars>
      </dgm:prSet>
      <dgm:spPr/>
    </dgm:pt>
    <dgm:pt modelId="{61226859-566D-40E9-B8C3-2646E85FA872}" type="pres">
      <dgm:prSet presAssocID="{5CB3EC48-EFB9-4DFA-AF45-B64857CC0C87}" presName="spaceBetweenRectangles" presStyleCnt="0"/>
      <dgm:spPr/>
    </dgm:pt>
    <dgm:pt modelId="{E63CFDA5-42CC-4C55-8C24-385DD24E85EB}" type="pres">
      <dgm:prSet presAssocID="{FA213A14-4F00-414F-8B76-104BF1D027C9}" presName="parentLin" presStyleCnt="0"/>
      <dgm:spPr/>
    </dgm:pt>
    <dgm:pt modelId="{81CA5125-11CC-4BE2-BCC3-8AAF966E0A62}" type="pres">
      <dgm:prSet presAssocID="{FA213A14-4F00-414F-8B76-104BF1D027C9}" presName="parentLeftMargin" presStyleLbl="node1" presStyleIdx="0" presStyleCnt="3"/>
      <dgm:spPr/>
    </dgm:pt>
    <dgm:pt modelId="{25BF43FF-772B-4131-8720-C4A01BA2F3BD}" type="pres">
      <dgm:prSet presAssocID="{FA213A14-4F00-414F-8B76-104BF1D027C9}" presName="parentText" presStyleLbl="node1" presStyleIdx="1" presStyleCnt="3" custScaleX="142997" custScaleY="152168">
        <dgm:presLayoutVars>
          <dgm:chMax val="0"/>
          <dgm:bulletEnabled val="1"/>
        </dgm:presLayoutVars>
      </dgm:prSet>
      <dgm:spPr/>
    </dgm:pt>
    <dgm:pt modelId="{0C0A135D-F1BE-48B4-88C7-93D64291AA1A}" type="pres">
      <dgm:prSet presAssocID="{FA213A14-4F00-414F-8B76-104BF1D027C9}" presName="negativeSpace" presStyleCnt="0"/>
      <dgm:spPr/>
    </dgm:pt>
    <dgm:pt modelId="{86E16913-D2C2-482B-8D30-2EF706DB27EA}" type="pres">
      <dgm:prSet presAssocID="{FA213A14-4F00-414F-8B76-104BF1D027C9}" presName="childText" presStyleLbl="conFgAcc1" presStyleIdx="1" presStyleCnt="3">
        <dgm:presLayoutVars>
          <dgm:bulletEnabled val="1"/>
        </dgm:presLayoutVars>
      </dgm:prSet>
      <dgm:spPr/>
    </dgm:pt>
    <dgm:pt modelId="{91B380E8-6565-41AD-BEDA-D30EBAA5A9D6}" type="pres">
      <dgm:prSet presAssocID="{72B05FD0-8139-42C3-916E-8D7625D1301B}" presName="spaceBetweenRectangles" presStyleCnt="0"/>
      <dgm:spPr/>
    </dgm:pt>
    <dgm:pt modelId="{33092451-A06A-44B4-BB4F-307A15C0A28A}" type="pres">
      <dgm:prSet presAssocID="{18C7268B-541D-4EE0-92F5-92B84EB9F6E3}" presName="parentLin" presStyleCnt="0"/>
      <dgm:spPr/>
    </dgm:pt>
    <dgm:pt modelId="{83436614-A8FC-4CEE-A31A-2D13E98FC2A0}" type="pres">
      <dgm:prSet presAssocID="{18C7268B-541D-4EE0-92F5-92B84EB9F6E3}" presName="parentLeftMargin" presStyleLbl="node1" presStyleIdx="1" presStyleCnt="3"/>
      <dgm:spPr/>
    </dgm:pt>
    <dgm:pt modelId="{4B0D926B-42C5-4D59-971E-A730710D1BA8}" type="pres">
      <dgm:prSet presAssocID="{18C7268B-541D-4EE0-92F5-92B84EB9F6E3}" presName="parentText" presStyleLbl="node1" presStyleIdx="2" presStyleCnt="3" custScaleX="142857" custScaleY="146507">
        <dgm:presLayoutVars>
          <dgm:chMax val="0"/>
          <dgm:bulletEnabled val="1"/>
        </dgm:presLayoutVars>
      </dgm:prSet>
      <dgm:spPr/>
    </dgm:pt>
    <dgm:pt modelId="{C865860F-FF20-422C-A74E-14B7115A3C9E}" type="pres">
      <dgm:prSet presAssocID="{18C7268B-541D-4EE0-92F5-92B84EB9F6E3}" presName="negativeSpace" presStyleCnt="0"/>
      <dgm:spPr/>
    </dgm:pt>
    <dgm:pt modelId="{B4D6ABD2-2194-4760-80BE-C52300867677}" type="pres">
      <dgm:prSet presAssocID="{18C7268B-541D-4EE0-92F5-92B84EB9F6E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7E55011-0641-4FA5-B69F-DCB5C454B8E8}" srcId="{F56AFEA6-CC85-4EFE-803C-DA8C8ED12CCD}" destId="{FA213A14-4F00-414F-8B76-104BF1D027C9}" srcOrd="1" destOrd="0" parTransId="{B5D33D7C-9444-489D-8AC9-9766B026A76E}" sibTransId="{72B05FD0-8139-42C3-916E-8D7625D1301B}"/>
    <dgm:cxn modelId="{2181A042-7609-4C74-BA31-43EF2B7998D5}" type="presOf" srcId="{8F86EAA0-0B97-4CBE-9691-75F2571EEE74}" destId="{31437165-4486-4172-899C-162E692F3BF1}" srcOrd="1" destOrd="0" presId="urn:microsoft.com/office/officeart/2005/8/layout/list1"/>
    <dgm:cxn modelId="{7AF12C6E-FC7E-4171-BA36-4B3F3013CE51}" type="presOf" srcId="{F56AFEA6-CC85-4EFE-803C-DA8C8ED12CCD}" destId="{BB82CE4F-CA32-491B-8095-6C7104D2C4AB}" srcOrd="0" destOrd="0" presId="urn:microsoft.com/office/officeart/2005/8/layout/list1"/>
    <dgm:cxn modelId="{41930384-9BAD-4811-9189-367BF3583F00}" type="presOf" srcId="{FA213A14-4F00-414F-8B76-104BF1D027C9}" destId="{25BF43FF-772B-4131-8720-C4A01BA2F3BD}" srcOrd="1" destOrd="0" presId="urn:microsoft.com/office/officeart/2005/8/layout/list1"/>
    <dgm:cxn modelId="{8578AE85-531D-4420-B1BA-94F863536844}" type="presOf" srcId="{FA213A14-4F00-414F-8B76-104BF1D027C9}" destId="{81CA5125-11CC-4BE2-BCC3-8AAF966E0A62}" srcOrd="0" destOrd="0" presId="urn:microsoft.com/office/officeart/2005/8/layout/list1"/>
    <dgm:cxn modelId="{68383288-76FE-4FB0-A800-E7CF7A493605}" type="presOf" srcId="{8F86EAA0-0B97-4CBE-9691-75F2571EEE74}" destId="{610416F1-DF64-4F28-8D7D-EFC4A56A779B}" srcOrd="0" destOrd="0" presId="urn:microsoft.com/office/officeart/2005/8/layout/list1"/>
    <dgm:cxn modelId="{CD696BA2-C17D-468D-BE3C-E51A2B172DE4}" srcId="{F56AFEA6-CC85-4EFE-803C-DA8C8ED12CCD}" destId="{8F86EAA0-0B97-4CBE-9691-75F2571EEE74}" srcOrd="0" destOrd="0" parTransId="{5684303E-02C6-4FD6-90CE-43999C96EA88}" sibTransId="{5CB3EC48-EFB9-4DFA-AF45-B64857CC0C87}"/>
    <dgm:cxn modelId="{704C1DC0-1916-4B2C-9C26-264132140D51}" srcId="{F56AFEA6-CC85-4EFE-803C-DA8C8ED12CCD}" destId="{18C7268B-541D-4EE0-92F5-92B84EB9F6E3}" srcOrd="2" destOrd="0" parTransId="{5066AB8F-16DE-4676-A826-118384B8BC2E}" sibTransId="{0FA1E119-FB6C-479B-88FE-06BB16676A38}"/>
    <dgm:cxn modelId="{184280C2-F32C-46F1-87C8-BCE437C184A4}" type="presOf" srcId="{18C7268B-541D-4EE0-92F5-92B84EB9F6E3}" destId="{4B0D926B-42C5-4D59-971E-A730710D1BA8}" srcOrd="1" destOrd="0" presId="urn:microsoft.com/office/officeart/2005/8/layout/list1"/>
    <dgm:cxn modelId="{E33B1CC5-C945-4DDF-BFD4-606A6A7232F1}" type="presOf" srcId="{18C7268B-541D-4EE0-92F5-92B84EB9F6E3}" destId="{83436614-A8FC-4CEE-A31A-2D13E98FC2A0}" srcOrd="0" destOrd="0" presId="urn:microsoft.com/office/officeart/2005/8/layout/list1"/>
    <dgm:cxn modelId="{8E1AD55C-64EC-44DF-A61C-66965D6FB99B}" type="presParOf" srcId="{BB82CE4F-CA32-491B-8095-6C7104D2C4AB}" destId="{AA0C4B4E-876A-4D87-9BD3-3D51187E293B}" srcOrd="0" destOrd="0" presId="urn:microsoft.com/office/officeart/2005/8/layout/list1"/>
    <dgm:cxn modelId="{61CD1693-46E6-420B-9218-08B043A05E49}" type="presParOf" srcId="{AA0C4B4E-876A-4D87-9BD3-3D51187E293B}" destId="{610416F1-DF64-4F28-8D7D-EFC4A56A779B}" srcOrd="0" destOrd="0" presId="urn:microsoft.com/office/officeart/2005/8/layout/list1"/>
    <dgm:cxn modelId="{CD1214EE-C548-4E59-87A7-386A8D15DD9D}" type="presParOf" srcId="{AA0C4B4E-876A-4D87-9BD3-3D51187E293B}" destId="{31437165-4486-4172-899C-162E692F3BF1}" srcOrd="1" destOrd="0" presId="urn:microsoft.com/office/officeart/2005/8/layout/list1"/>
    <dgm:cxn modelId="{2ED44B06-643E-4962-B6EC-2D742346227A}" type="presParOf" srcId="{BB82CE4F-CA32-491B-8095-6C7104D2C4AB}" destId="{77156027-26CB-4CCA-8656-B4E321255525}" srcOrd="1" destOrd="0" presId="urn:microsoft.com/office/officeart/2005/8/layout/list1"/>
    <dgm:cxn modelId="{884AB85D-9602-43F8-A01D-D2E295F8A536}" type="presParOf" srcId="{BB82CE4F-CA32-491B-8095-6C7104D2C4AB}" destId="{AD2813A5-2D93-4142-B89E-41DDC522B7B2}" srcOrd="2" destOrd="0" presId="urn:microsoft.com/office/officeart/2005/8/layout/list1"/>
    <dgm:cxn modelId="{545642D4-92D5-4913-A209-75F79F55C740}" type="presParOf" srcId="{BB82CE4F-CA32-491B-8095-6C7104D2C4AB}" destId="{61226859-566D-40E9-B8C3-2646E85FA872}" srcOrd="3" destOrd="0" presId="urn:microsoft.com/office/officeart/2005/8/layout/list1"/>
    <dgm:cxn modelId="{99750922-1BFD-4D09-A17B-36E024D9661C}" type="presParOf" srcId="{BB82CE4F-CA32-491B-8095-6C7104D2C4AB}" destId="{E63CFDA5-42CC-4C55-8C24-385DD24E85EB}" srcOrd="4" destOrd="0" presId="urn:microsoft.com/office/officeart/2005/8/layout/list1"/>
    <dgm:cxn modelId="{F8F04811-318A-4C07-806F-CE7B9F564BCE}" type="presParOf" srcId="{E63CFDA5-42CC-4C55-8C24-385DD24E85EB}" destId="{81CA5125-11CC-4BE2-BCC3-8AAF966E0A62}" srcOrd="0" destOrd="0" presId="urn:microsoft.com/office/officeart/2005/8/layout/list1"/>
    <dgm:cxn modelId="{41912788-B786-4660-8B5B-EA0C799F02E6}" type="presParOf" srcId="{E63CFDA5-42CC-4C55-8C24-385DD24E85EB}" destId="{25BF43FF-772B-4131-8720-C4A01BA2F3BD}" srcOrd="1" destOrd="0" presId="urn:microsoft.com/office/officeart/2005/8/layout/list1"/>
    <dgm:cxn modelId="{67ABDBEB-4B52-4C6A-9C4E-736627C7A9A1}" type="presParOf" srcId="{BB82CE4F-CA32-491B-8095-6C7104D2C4AB}" destId="{0C0A135D-F1BE-48B4-88C7-93D64291AA1A}" srcOrd="5" destOrd="0" presId="urn:microsoft.com/office/officeart/2005/8/layout/list1"/>
    <dgm:cxn modelId="{C1B45E2E-643D-4ADD-AC36-620AEF0A3F75}" type="presParOf" srcId="{BB82CE4F-CA32-491B-8095-6C7104D2C4AB}" destId="{86E16913-D2C2-482B-8D30-2EF706DB27EA}" srcOrd="6" destOrd="0" presId="urn:microsoft.com/office/officeart/2005/8/layout/list1"/>
    <dgm:cxn modelId="{7E3F9D2E-F38A-48CA-AC45-6D87D3065977}" type="presParOf" srcId="{BB82CE4F-CA32-491B-8095-6C7104D2C4AB}" destId="{91B380E8-6565-41AD-BEDA-D30EBAA5A9D6}" srcOrd="7" destOrd="0" presId="urn:microsoft.com/office/officeart/2005/8/layout/list1"/>
    <dgm:cxn modelId="{4C9C172A-6598-4F9E-A74A-865C01B26B6A}" type="presParOf" srcId="{BB82CE4F-CA32-491B-8095-6C7104D2C4AB}" destId="{33092451-A06A-44B4-BB4F-307A15C0A28A}" srcOrd="8" destOrd="0" presId="urn:microsoft.com/office/officeart/2005/8/layout/list1"/>
    <dgm:cxn modelId="{120F49B7-FB2C-41A4-8C0B-544F445A6447}" type="presParOf" srcId="{33092451-A06A-44B4-BB4F-307A15C0A28A}" destId="{83436614-A8FC-4CEE-A31A-2D13E98FC2A0}" srcOrd="0" destOrd="0" presId="urn:microsoft.com/office/officeart/2005/8/layout/list1"/>
    <dgm:cxn modelId="{3A1CE47E-45EC-4858-81A1-4A15222CB3F2}" type="presParOf" srcId="{33092451-A06A-44B4-BB4F-307A15C0A28A}" destId="{4B0D926B-42C5-4D59-971E-A730710D1BA8}" srcOrd="1" destOrd="0" presId="urn:microsoft.com/office/officeart/2005/8/layout/list1"/>
    <dgm:cxn modelId="{1808DFB2-E46E-46BE-9252-18602E892267}" type="presParOf" srcId="{BB82CE4F-CA32-491B-8095-6C7104D2C4AB}" destId="{C865860F-FF20-422C-A74E-14B7115A3C9E}" srcOrd="9" destOrd="0" presId="urn:microsoft.com/office/officeart/2005/8/layout/list1"/>
    <dgm:cxn modelId="{89B244E2-6956-49A6-BB86-E7633EB7F199}" type="presParOf" srcId="{BB82CE4F-CA32-491B-8095-6C7104D2C4AB}" destId="{B4D6ABD2-2194-4760-80BE-C5230086767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813A5-2D93-4142-B89E-41DDC522B7B2}">
      <dsp:nvSpPr>
        <dsp:cNvPr id="0" name=""/>
        <dsp:cNvSpPr/>
      </dsp:nvSpPr>
      <dsp:spPr>
        <a:xfrm>
          <a:off x="0" y="1155106"/>
          <a:ext cx="8476528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1437165-4486-4172-899C-162E692F3BF1}">
      <dsp:nvSpPr>
        <dsp:cNvPr id="0" name=""/>
        <dsp:cNvSpPr/>
      </dsp:nvSpPr>
      <dsp:spPr>
        <a:xfrm>
          <a:off x="405635" y="0"/>
          <a:ext cx="8070528" cy="14127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75" tIns="0" rIns="2242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Receipt of records from outpatient clinics and arrangement of these records in a prescribed standard order </a:t>
          </a:r>
        </a:p>
      </dsp:txBody>
      <dsp:txXfrm>
        <a:off x="474600" y="68965"/>
        <a:ext cx="7932598" cy="1274829"/>
      </dsp:txXfrm>
    </dsp:sp>
    <dsp:sp modelId="{86E16913-D2C2-482B-8D30-2EF706DB27EA}">
      <dsp:nvSpPr>
        <dsp:cNvPr id="0" name=""/>
        <dsp:cNvSpPr/>
      </dsp:nvSpPr>
      <dsp:spPr>
        <a:xfrm>
          <a:off x="0" y="2491826"/>
          <a:ext cx="8476528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12004"/>
              <a:satOff val="17316"/>
              <a:lumOff val="-2255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BF43FF-772B-4131-8720-C4A01BA2F3BD}">
      <dsp:nvSpPr>
        <dsp:cNvPr id="0" name=""/>
        <dsp:cNvSpPr/>
      </dsp:nvSpPr>
      <dsp:spPr>
        <a:xfrm>
          <a:off x="403131" y="1828306"/>
          <a:ext cx="8070528" cy="988239"/>
        </a:xfrm>
        <a:prstGeom prst="roundRect">
          <a:avLst/>
        </a:prstGeom>
        <a:gradFill rotWithShape="0">
          <a:gsLst>
            <a:gs pos="0">
              <a:schemeClr val="accent5">
                <a:hueOff val="-612004"/>
                <a:satOff val="17316"/>
                <a:lumOff val="-2255"/>
                <a:alphaOff val="0"/>
                <a:shade val="85000"/>
              </a:schemeClr>
            </a:gs>
            <a:gs pos="100000">
              <a:schemeClr val="accent5">
                <a:hueOff val="-612004"/>
                <a:satOff val="17316"/>
                <a:lumOff val="-2255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75" tIns="0" rIns="2242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Receipt and mounting of investigation reports in appropriate </a:t>
          </a:r>
        </a:p>
      </dsp:txBody>
      <dsp:txXfrm>
        <a:off x="451373" y="1876548"/>
        <a:ext cx="7974044" cy="891755"/>
      </dsp:txXfrm>
    </dsp:sp>
    <dsp:sp modelId="{B4D6ABD2-2194-4760-80BE-C52300867677}">
      <dsp:nvSpPr>
        <dsp:cNvPr id="0" name=""/>
        <dsp:cNvSpPr/>
      </dsp:nvSpPr>
      <dsp:spPr>
        <a:xfrm>
          <a:off x="0" y="3791781"/>
          <a:ext cx="8476528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224008"/>
              <a:satOff val="34632"/>
              <a:lumOff val="-4509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B0D926B-42C5-4D59-971E-A730710D1BA8}">
      <dsp:nvSpPr>
        <dsp:cNvPr id="0" name=""/>
        <dsp:cNvSpPr/>
      </dsp:nvSpPr>
      <dsp:spPr>
        <a:xfrm>
          <a:off x="403545" y="3165026"/>
          <a:ext cx="8070904" cy="951475"/>
        </a:xfrm>
        <a:prstGeom prst="roundRect">
          <a:avLst/>
        </a:prstGeom>
        <a:gradFill rotWithShape="0">
          <a:gsLst>
            <a:gs pos="0">
              <a:schemeClr val="accent5">
                <a:hueOff val="-1224008"/>
                <a:satOff val="34632"/>
                <a:lumOff val="-4509"/>
                <a:alphaOff val="0"/>
                <a:shade val="85000"/>
              </a:schemeClr>
            </a:gs>
            <a:gs pos="100000">
              <a:schemeClr val="accent5">
                <a:hueOff val="-1224008"/>
                <a:satOff val="34632"/>
                <a:lumOff val="-4509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75" tIns="0" rIns="2242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Checking for deficiencies in </a:t>
          </a:r>
          <a:r>
            <a:rPr lang="en-IN" sz="2800" kern="1200" dirty="0" err="1"/>
            <a:t>partient</a:t>
          </a:r>
          <a:r>
            <a:rPr lang="en-IN" sz="2800" kern="1200" dirty="0"/>
            <a:t> records </a:t>
          </a:r>
        </a:p>
      </dsp:txBody>
      <dsp:txXfrm>
        <a:off x="449992" y="3211473"/>
        <a:ext cx="7978010" cy="858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-1" y="-2313"/>
            <a:ext cx="12192001" cy="6924496"/>
            <a:chOff x="-1" y="-2313"/>
            <a:chExt cx="12192001" cy="6924496"/>
          </a:xfrm>
        </p:grpSpPr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233" y="-2312"/>
              <a:ext cx="12191767" cy="6864080"/>
            </a:xfrm>
            <a:custGeom>
              <a:avLst/>
              <a:gdLst/>
              <a:ahLst/>
              <a:cxnLst/>
              <a:rect l="0" t="0" r="r" b="b"/>
              <a:pathLst>
                <a:path w="3840" h="2161">
                  <a:moveTo>
                    <a:pt x="2652" y="274"/>
                  </a:moveTo>
                  <a:cubicBezTo>
                    <a:pt x="2722" y="253"/>
                    <a:pt x="2771" y="204"/>
                    <a:pt x="2817" y="150"/>
                  </a:cubicBezTo>
                  <a:cubicBezTo>
                    <a:pt x="2824" y="142"/>
                    <a:pt x="2831" y="133"/>
                    <a:pt x="2838" y="125"/>
                  </a:cubicBezTo>
                  <a:cubicBezTo>
                    <a:pt x="2839" y="124"/>
                    <a:pt x="2841" y="124"/>
                    <a:pt x="2846" y="124"/>
                  </a:cubicBezTo>
                  <a:cubicBezTo>
                    <a:pt x="2865" y="210"/>
                    <a:pt x="2890" y="295"/>
                    <a:pt x="2947" y="368"/>
                  </a:cubicBezTo>
                  <a:cubicBezTo>
                    <a:pt x="3012" y="310"/>
                    <a:pt x="3030" y="234"/>
                    <a:pt x="3034" y="155"/>
                  </a:cubicBezTo>
                  <a:cubicBezTo>
                    <a:pt x="3036" y="97"/>
                    <a:pt x="3021" y="46"/>
                    <a:pt x="2987" y="0"/>
                  </a:cubicBezTo>
                  <a:cubicBezTo>
                    <a:pt x="2796" y="0"/>
                    <a:pt x="2796" y="0"/>
                    <a:pt x="2796" y="0"/>
                  </a:cubicBezTo>
                  <a:cubicBezTo>
                    <a:pt x="2802" y="1"/>
                    <a:pt x="2808" y="4"/>
                    <a:pt x="2814" y="7"/>
                  </a:cubicBezTo>
                  <a:cubicBezTo>
                    <a:pt x="2778" y="53"/>
                    <a:pt x="2744" y="97"/>
                    <a:pt x="2710" y="141"/>
                  </a:cubicBezTo>
                  <a:cubicBezTo>
                    <a:pt x="2712" y="143"/>
                    <a:pt x="2714" y="144"/>
                    <a:pt x="2716" y="146"/>
                  </a:cubicBezTo>
                  <a:cubicBezTo>
                    <a:pt x="2754" y="107"/>
                    <a:pt x="2793" y="68"/>
                    <a:pt x="2838" y="22"/>
                  </a:cubicBezTo>
                  <a:cubicBezTo>
                    <a:pt x="2838" y="96"/>
                    <a:pt x="2800" y="142"/>
                    <a:pt x="2760" y="183"/>
                  </a:cubicBezTo>
                  <a:cubicBezTo>
                    <a:pt x="2721" y="222"/>
                    <a:pt x="2677" y="257"/>
                    <a:pt x="2613" y="257"/>
                  </a:cubicBezTo>
                  <a:cubicBezTo>
                    <a:pt x="2640" y="155"/>
                    <a:pt x="2694" y="74"/>
                    <a:pt x="2771" y="7"/>
                  </a:cubicBezTo>
                  <a:cubicBezTo>
                    <a:pt x="2775" y="3"/>
                    <a:pt x="2779" y="1"/>
                    <a:pt x="2783" y="0"/>
                  </a:cubicBezTo>
                  <a:cubicBezTo>
                    <a:pt x="2597" y="0"/>
                    <a:pt x="2597" y="0"/>
                    <a:pt x="2597" y="0"/>
                  </a:cubicBezTo>
                  <a:cubicBezTo>
                    <a:pt x="2634" y="15"/>
                    <a:pt x="2673" y="23"/>
                    <a:pt x="2716" y="21"/>
                  </a:cubicBezTo>
                  <a:cubicBezTo>
                    <a:pt x="2717" y="20"/>
                    <a:pt x="2718" y="23"/>
                    <a:pt x="2719" y="24"/>
                  </a:cubicBezTo>
                  <a:cubicBezTo>
                    <a:pt x="2653" y="98"/>
                    <a:pt x="2601" y="196"/>
                    <a:pt x="2588" y="270"/>
                  </a:cubicBezTo>
                  <a:cubicBezTo>
                    <a:pt x="2609" y="282"/>
                    <a:pt x="2630" y="280"/>
                    <a:pt x="2652" y="274"/>
                  </a:cubicBezTo>
                  <a:close/>
                  <a:moveTo>
                    <a:pt x="2870" y="108"/>
                  </a:moveTo>
                  <a:cubicBezTo>
                    <a:pt x="2872" y="76"/>
                    <a:pt x="2870" y="37"/>
                    <a:pt x="2912" y="17"/>
                  </a:cubicBezTo>
                  <a:cubicBezTo>
                    <a:pt x="2931" y="57"/>
                    <a:pt x="2929" y="100"/>
                    <a:pt x="2943" y="138"/>
                  </a:cubicBezTo>
                  <a:cubicBezTo>
                    <a:pt x="2959" y="97"/>
                    <a:pt x="2940" y="56"/>
                    <a:pt x="2941" y="13"/>
                  </a:cubicBezTo>
                  <a:cubicBezTo>
                    <a:pt x="2970" y="25"/>
                    <a:pt x="2991" y="44"/>
                    <a:pt x="3000" y="71"/>
                  </a:cubicBezTo>
                  <a:cubicBezTo>
                    <a:pt x="3028" y="166"/>
                    <a:pt x="3007" y="252"/>
                    <a:pt x="2954" y="335"/>
                  </a:cubicBezTo>
                  <a:cubicBezTo>
                    <a:pt x="2908" y="280"/>
                    <a:pt x="2865" y="171"/>
                    <a:pt x="2870" y="108"/>
                  </a:cubicBezTo>
                  <a:close/>
                  <a:moveTo>
                    <a:pt x="3414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1" y="22"/>
                    <a:pt x="3362" y="41"/>
                    <a:pt x="3348" y="59"/>
                  </a:cubicBezTo>
                  <a:cubicBezTo>
                    <a:pt x="3302" y="115"/>
                    <a:pt x="3237" y="132"/>
                    <a:pt x="3169" y="144"/>
                  </a:cubicBezTo>
                  <a:cubicBezTo>
                    <a:pt x="3165" y="96"/>
                    <a:pt x="3176" y="44"/>
                    <a:pt x="3197" y="0"/>
                  </a:cubicBezTo>
                  <a:cubicBezTo>
                    <a:pt x="3171" y="0"/>
                    <a:pt x="3171" y="0"/>
                    <a:pt x="3171" y="0"/>
                  </a:cubicBezTo>
                  <a:cubicBezTo>
                    <a:pt x="3151" y="46"/>
                    <a:pt x="3143" y="98"/>
                    <a:pt x="3149" y="155"/>
                  </a:cubicBezTo>
                  <a:cubicBezTo>
                    <a:pt x="3231" y="183"/>
                    <a:pt x="3358" y="113"/>
                    <a:pt x="3414" y="0"/>
                  </a:cubicBezTo>
                  <a:close/>
                  <a:moveTo>
                    <a:pt x="77" y="680"/>
                  </a:moveTo>
                  <a:cubicBezTo>
                    <a:pt x="64" y="685"/>
                    <a:pt x="51" y="689"/>
                    <a:pt x="39" y="694"/>
                  </a:cubicBezTo>
                  <a:cubicBezTo>
                    <a:pt x="26" y="700"/>
                    <a:pt x="13" y="706"/>
                    <a:pt x="0" y="710"/>
                  </a:cubicBezTo>
                  <a:cubicBezTo>
                    <a:pt x="0" y="732"/>
                    <a:pt x="0" y="732"/>
                    <a:pt x="0" y="732"/>
                  </a:cubicBezTo>
                  <a:cubicBezTo>
                    <a:pt x="29" y="721"/>
                    <a:pt x="56" y="706"/>
                    <a:pt x="77" y="680"/>
                  </a:cubicBezTo>
                  <a:close/>
                  <a:moveTo>
                    <a:pt x="3289" y="0"/>
                  </a:moveTo>
                  <a:cubicBezTo>
                    <a:pt x="3279" y="13"/>
                    <a:pt x="3269" y="26"/>
                    <a:pt x="3260" y="40"/>
                  </a:cubicBezTo>
                  <a:cubicBezTo>
                    <a:pt x="3278" y="30"/>
                    <a:pt x="3296" y="16"/>
                    <a:pt x="3313" y="0"/>
                  </a:cubicBezTo>
                  <a:lnTo>
                    <a:pt x="3289" y="0"/>
                  </a:lnTo>
                  <a:close/>
                  <a:moveTo>
                    <a:pt x="3803" y="228"/>
                  </a:moveTo>
                  <a:cubicBezTo>
                    <a:pt x="3807" y="250"/>
                    <a:pt x="3809" y="270"/>
                    <a:pt x="3840" y="265"/>
                  </a:cubicBezTo>
                  <a:cubicBezTo>
                    <a:pt x="3840" y="261"/>
                    <a:pt x="3840" y="261"/>
                    <a:pt x="3840" y="261"/>
                  </a:cubicBezTo>
                  <a:cubicBezTo>
                    <a:pt x="3834" y="243"/>
                    <a:pt x="3828" y="228"/>
                    <a:pt x="3803" y="228"/>
                  </a:cubicBezTo>
                  <a:close/>
                  <a:moveTo>
                    <a:pt x="3788" y="152"/>
                  </a:moveTo>
                  <a:cubicBezTo>
                    <a:pt x="3765" y="165"/>
                    <a:pt x="3754" y="158"/>
                    <a:pt x="3747" y="141"/>
                  </a:cubicBezTo>
                  <a:cubicBezTo>
                    <a:pt x="3741" y="127"/>
                    <a:pt x="3731" y="114"/>
                    <a:pt x="3728" y="99"/>
                  </a:cubicBezTo>
                  <a:cubicBezTo>
                    <a:pt x="3722" y="76"/>
                    <a:pt x="3710" y="62"/>
                    <a:pt x="3685" y="60"/>
                  </a:cubicBezTo>
                  <a:cubicBezTo>
                    <a:pt x="3685" y="32"/>
                    <a:pt x="3673" y="14"/>
                    <a:pt x="3656" y="0"/>
                  </a:cubicBezTo>
                  <a:cubicBezTo>
                    <a:pt x="3596" y="0"/>
                    <a:pt x="3596" y="0"/>
                    <a:pt x="3596" y="0"/>
                  </a:cubicBezTo>
                  <a:cubicBezTo>
                    <a:pt x="3609" y="12"/>
                    <a:pt x="3620" y="25"/>
                    <a:pt x="3631" y="40"/>
                  </a:cubicBezTo>
                  <a:cubicBezTo>
                    <a:pt x="3646" y="60"/>
                    <a:pt x="3657" y="82"/>
                    <a:pt x="3685" y="89"/>
                  </a:cubicBezTo>
                  <a:cubicBezTo>
                    <a:pt x="3692" y="91"/>
                    <a:pt x="3700" y="100"/>
                    <a:pt x="3704" y="108"/>
                  </a:cubicBezTo>
                  <a:cubicBezTo>
                    <a:pt x="3760" y="203"/>
                    <a:pt x="3798" y="305"/>
                    <a:pt x="3820" y="413"/>
                  </a:cubicBezTo>
                  <a:cubicBezTo>
                    <a:pt x="3827" y="450"/>
                    <a:pt x="3825" y="488"/>
                    <a:pt x="3815" y="525"/>
                  </a:cubicBezTo>
                  <a:cubicBezTo>
                    <a:pt x="3811" y="539"/>
                    <a:pt x="3810" y="554"/>
                    <a:pt x="3807" y="568"/>
                  </a:cubicBezTo>
                  <a:cubicBezTo>
                    <a:pt x="3820" y="575"/>
                    <a:pt x="3830" y="577"/>
                    <a:pt x="3840" y="576"/>
                  </a:cubicBezTo>
                  <a:cubicBezTo>
                    <a:pt x="3840" y="343"/>
                    <a:pt x="3840" y="343"/>
                    <a:pt x="3840" y="343"/>
                  </a:cubicBezTo>
                  <a:cubicBezTo>
                    <a:pt x="3834" y="333"/>
                    <a:pt x="3829" y="322"/>
                    <a:pt x="3826" y="311"/>
                  </a:cubicBezTo>
                  <a:cubicBezTo>
                    <a:pt x="3810" y="261"/>
                    <a:pt x="3761" y="220"/>
                    <a:pt x="3788" y="152"/>
                  </a:cubicBezTo>
                  <a:close/>
                  <a:moveTo>
                    <a:pt x="3559" y="1512"/>
                  </a:moveTo>
                  <a:cubicBezTo>
                    <a:pt x="3526" y="1458"/>
                    <a:pt x="3479" y="1418"/>
                    <a:pt x="3424" y="1391"/>
                  </a:cubicBezTo>
                  <a:cubicBezTo>
                    <a:pt x="3381" y="1371"/>
                    <a:pt x="3333" y="1376"/>
                    <a:pt x="3287" y="1379"/>
                  </a:cubicBezTo>
                  <a:cubicBezTo>
                    <a:pt x="3246" y="1382"/>
                    <a:pt x="3208" y="1397"/>
                    <a:pt x="3172" y="1416"/>
                  </a:cubicBezTo>
                  <a:cubicBezTo>
                    <a:pt x="3159" y="1424"/>
                    <a:pt x="3145" y="1431"/>
                    <a:pt x="3126" y="1416"/>
                  </a:cubicBezTo>
                  <a:cubicBezTo>
                    <a:pt x="3185" y="1395"/>
                    <a:pt x="3225" y="1355"/>
                    <a:pt x="3260" y="1309"/>
                  </a:cubicBezTo>
                  <a:cubicBezTo>
                    <a:pt x="3297" y="1260"/>
                    <a:pt x="3310" y="1204"/>
                    <a:pt x="3318" y="1143"/>
                  </a:cubicBezTo>
                  <a:cubicBezTo>
                    <a:pt x="3236" y="1133"/>
                    <a:pt x="3166" y="1161"/>
                    <a:pt x="3103" y="1208"/>
                  </a:cubicBezTo>
                  <a:cubicBezTo>
                    <a:pt x="3041" y="1255"/>
                    <a:pt x="2998" y="1316"/>
                    <a:pt x="2990" y="1398"/>
                  </a:cubicBezTo>
                  <a:cubicBezTo>
                    <a:pt x="2841" y="1409"/>
                    <a:pt x="2710" y="1458"/>
                    <a:pt x="2597" y="1557"/>
                  </a:cubicBezTo>
                  <a:cubicBezTo>
                    <a:pt x="2618" y="1415"/>
                    <a:pt x="2674" y="1287"/>
                    <a:pt x="2740" y="1161"/>
                  </a:cubicBezTo>
                  <a:cubicBezTo>
                    <a:pt x="2766" y="1167"/>
                    <a:pt x="2788" y="1173"/>
                    <a:pt x="2811" y="1176"/>
                  </a:cubicBezTo>
                  <a:cubicBezTo>
                    <a:pt x="2886" y="1183"/>
                    <a:pt x="2957" y="1170"/>
                    <a:pt x="3022" y="1134"/>
                  </a:cubicBezTo>
                  <a:cubicBezTo>
                    <a:pt x="3053" y="1116"/>
                    <a:pt x="3079" y="1089"/>
                    <a:pt x="3105" y="1065"/>
                  </a:cubicBezTo>
                  <a:cubicBezTo>
                    <a:pt x="3116" y="1055"/>
                    <a:pt x="3113" y="1043"/>
                    <a:pt x="3104" y="1031"/>
                  </a:cubicBezTo>
                  <a:cubicBezTo>
                    <a:pt x="3081" y="999"/>
                    <a:pt x="3046" y="988"/>
                    <a:pt x="3012" y="977"/>
                  </a:cubicBezTo>
                  <a:cubicBezTo>
                    <a:pt x="2984" y="968"/>
                    <a:pt x="2955" y="968"/>
                    <a:pt x="2923" y="963"/>
                  </a:cubicBezTo>
                  <a:cubicBezTo>
                    <a:pt x="2962" y="910"/>
                    <a:pt x="3013" y="869"/>
                    <a:pt x="3065" y="824"/>
                  </a:cubicBezTo>
                  <a:cubicBezTo>
                    <a:pt x="3072" y="844"/>
                    <a:pt x="3076" y="863"/>
                    <a:pt x="3085" y="879"/>
                  </a:cubicBezTo>
                  <a:cubicBezTo>
                    <a:pt x="3108" y="919"/>
                    <a:pt x="3148" y="934"/>
                    <a:pt x="3190" y="938"/>
                  </a:cubicBezTo>
                  <a:cubicBezTo>
                    <a:pt x="3237" y="943"/>
                    <a:pt x="3283" y="935"/>
                    <a:pt x="3326" y="915"/>
                  </a:cubicBezTo>
                  <a:cubicBezTo>
                    <a:pt x="3348" y="904"/>
                    <a:pt x="3372" y="896"/>
                    <a:pt x="3396" y="887"/>
                  </a:cubicBezTo>
                  <a:cubicBezTo>
                    <a:pt x="3434" y="872"/>
                    <a:pt x="3474" y="864"/>
                    <a:pt x="3521" y="889"/>
                  </a:cubicBezTo>
                  <a:cubicBezTo>
                    <a:pt x="3503" y="843"/>
                    <a:pt x="3481" y="807"/>
                    <a:pt x="3448" y="787"/>
                  </a:cubicBezTo>
                  <a:cubicBezTo>
                    <a:pt x="3415" y="767"/>
                    <a:pt x="3375" y="761"/>
                    <a:pt x="3334" y="747"/>
                  </a:cubicBezTo>
                  <a:cubicBezTo>
                    <a:pt x="3401" y="673"/>
                    <a:pt x="3439" y="585"/>
                    <a:pt x="3461" y="484"/>
                  </a:cubicBezTo>
                  <a:cubicBezTo>
                    <a:pt x="3452" y="486"/>
                    <a:pt x="3446" y="486"/>
                    <a:pt x="3443" y="489"/>
                  </a:cubicBezTo>
                  <a:cubicBezTo>
                    <a:pt x="3406" y="525"/>
                    <a:pt x="3357" y="535"/>
                    <a:pt x="3311" y="549"/>
                  </a:cubicBezTo>
                  <a:cubicBezTo>
                    <a:pt x="3273" y="562"/>
                    <a:pt x="3233" y="570"/>
                    <a:pt x="3194" y="580"/>
                  </a:cubicBezTo>
                  <a:cubicBezTo>
                    <a:pt x="3181" y="555"/>
                    <a:pt x="3166" y="527"/>
                    <a:pt x="3153" y="498"/>
                  </a:cubicBezTo>
                  <a:cubicBezTo>
                    <a:pt x="3139" y="469"/>
                    <a:pt x="3127" y="440"/>
                    <a:pt x="3114" y="409"/>
                  </a:cubicBezTo>
                  <a:cubicBezTo>
                    <a:pt x="3041" y="440"/>
                    <a:pt x="3022" y="512"/>
                    <a:pt x="3003" y="581"/>
                  </a:cubicBezTo>
                  <a:cubicBezTo>
                    <a:pt x="2983" y="652"/>
                    <a:pt x="2986" y="723"/>
                    <a:pt x="3041" y="782"/>
                  </a:cubicBezTo>
                  <a:cubicBezTo>
                    <a:pt x="3007" y="807"/>
                    <a:pt x="2974" y="830"/>
                    <a:pt x="2944" y="854"/>
                  </a:cubicBezTo>
                  <a:cubicBezTo>
                    <a:pt x="2914" y="879"/>
                    <a:pt x="2886" y="906"/>
                    <a:pt x="2852" y="937"/>
                  </a:cubicBezTo>
                  <a:cubicBezTo>
                    <a:pt x="2855" y="813"/>
                    <a:pt x="2820" y="709"/>
                    <a:pt x="2724" y="630"/>
                  </a:cubicBezTo>
                  <a:cubicBezTo>
                    <a:pt x="2694" y="646"/>
                    <a:pt x="2682" y="675"/>
                    <a:pt x="2666" y="701"/>
                  </a:cubicBezTo>
                  <a:cubicBezTo>
                    <a:pt x="2626" y="765"/>
                    <a:pt x="2621" y="838"/>
                    <a:pt x="2628" y="912"/>
                  </a:cubicBezTo>
                  <a:cubicBezTo>
                    <a:pt x="2635" y="995"/>
                    <a:pt x="2666" y="1072"/>
                    <a:pt x="2699" y="1151"/>
                  </a:cubicBezTo>
                  <a:cubicBezTo>
                    <a:pt x="2639" y="1249"/>
                    <a:pt x="2586" y="1354"/>
                    <a:pt x="2552" y="1467"/>
                  </a:cubicBezTo>
                  <a:cubicBezTo>
                    <a:pt x="2518" y="1578"/>
                    <a:pt x="2495" y="1693"/>
                    <a:pt x="2467" y="1810"/>
                  </a:cubicBezTo>
                  <a:cubicBezTo>
                    <a:pt x="2456" y="1782"/>
                    <a:pt x="2446" y="1755"/>
                    <a:pt x="2437" y="1729"/>
                  </a:cubicBezTo>
                  <a:cubicBezTo>
                    <a:pt x="2515" y="1569"/>
                    <a:pt x="2524" y="1412"/>
                    <a:pt x="2421" y="1256"/>
                  </a:cubicBezTo>
                  <a:cubicBezTo>
                    <a:pt x="2369" y="1290"/>
                    <a:pt x="2340" y="1335"/>
                    <a:pt x="2328" y="1389"/>
                  </a:cubicBezTo>
                  <a:cubicBezTo>
                    <a:pt x="2317" y="1440"/>
                    <a:pt x="2313" y="1493"/>
                    <a:pt x="2306" y="1549"/>
                  </a:cubicBezTo>
                  <a:cubicBezTo>
                    <a:pt x="2228" y="1465"/>
                    <a:pt x="2129" y="1417"/>
                    <a:pt x="2022" y="1375"/>
                  </a:cubicBezTo>
                  <a:cubicBezTo>
                    <a:pt x="2019" y="1358"/>
                    <a:pt x="2013" y="1338"/>
                    <a:pt x="2011" y="1318"/>
                  </a:cubicBezTo>
                  <a:cubicBezTo>
                    <a:pt x="1998" y="1229"/>
                    <a:pt x="1944" y="1171"/>
                    <a:pt x="1871" y="1129"/>
                  </a:cubicBezTo>
                  <a:cubicBezTo>
                    <a:pt x="1842" y="1112"/>
                    <a:pt x="1811" y="1099"/>
                    <a:pt x="1779" y="1090"/>
                  </a:cubicBezTo>
                  <a:cubicBezTo>
                    <a:pt x="1742" y="1079"/>
                    <a:pt x="1727" y="1096"/>
                    <a:pt x="1734" y="1135"/>
                  </a:cubicBezTo>
                  <a:cubicBezTo>
                    <a:pt x="1747" y="1201"/>
                    <a:pt x="1768" y="1264"/>
                    <a:pt x="1818" y="1314"/>
                  </a:cubicBezTo>
                  <a:cubicBezTo>
                    <a:pt x="1819" y="1314"/>
                    <a:pt x="1818" y="1316"/>
                    <a:pt x="1818" y="1318"/>
                  </a:cubicBezTo>
                  <a:cubicBezTo>
                    <a:pt x="1718" y="1318"/>
                    <a:pt x="1610" y="1344"/>
                    <a:pt x="1547" y="1384"/>
                  </a:cubicBezTo>
                  <a:cubicBezTo>
                    <a:pt x="1551" y="1407"/>
                    <a:pt x="1567" y="1421"/>
                    <a:pt x="1586" y="1434"/>
                  </a:cubicBezTo>
                  <a:cubicBezTo>
                    <a:pt x="1648" y="1473"/>
                    <a:pt x="1718" y="1477"/>
                    <a:pt x="1789" y="1476"/>
                  </a:cubicBezTo>
                  <a:cubicBezTo>
                    <a:pt x="1800" y="1475"/>
                    <a:pt x="1810" y="1475"/>
                    <a:pt x="1821" y="1475"/>
                  </a:cubicBezTo>
                  <a:cubicBezTo>
                    <a:pt x="1822" y="1475"/>
                    <a:pt x="1823" y="1476"/>
                    <a:pt x="1827" y="1480"/>
                  </a:cubicBezTo>
                  <a:cubicBezTo>
                    <a:pt x="1775" y="1551"/>
                    <a:pt x="1728" y="1626"/>
                    <a:pt x="1711" y="1717"/>
                  </a:cubicBezTo>
                  <a:cubicBezTo>
                    <a:pt x="1798" y="1727"/>
                    <a:pt x="1866" y="1691"/>
                    <a:pt x="1928" y="1641"/>
                  </a:cubicBezTo>
                  <a:cubicBezTo>
                    <a:pt x="1992" y="1590"/>
                    <a:pt x="2021" y="1520"/>
                    <a:pt x="2021" y="1431"/>
                  </a:cubicBezTo>
                  <a:cubicBezTo>
                    <a:pt x="2130" y="1478"/>
                    <a:pt x="2221" y="1538"/>
                    <a:pt x="2292" y="1632"/>
                  </a:cubicBezTo>
                  <a:cubicBezTo>
                    <a:pt x="2177" y="1615"/>
                    <a:pt x="2081" y="1643"/>
                    <a:pt x="2005" y="1727"/>
                  </a:cubicBezTo>
                  <a:cubicBezTo>
                    <a:pt x="2046" y="1827"/>
                    <a:pt x="2249" y="1878"/>
                    <a:pt x="2382" y="1783"/>
                  </a:cubicBezTo>
                  <a:cubicBezTo>
                    <a:pt x="2410" y="1858"/>
                    <a:pt x="2428" y="1933"/>
                    <a:pt x="2411" y="2012"/>
                  </a:cubicBezTo>
                  <a:cubicBezTo>
                    <a:pt x="2406" y="2036"/>
                    <a:pt x="2397" y="2059"/>
                    <a:pt x="2410" y="2084"/>
                  </a:cubicBezTo>
                  <a:cubicBezTo>
                    <a:pt x="2413" y="2091"/>
                    <a:pt x="2411" y="2103"/>
                    <a:pt x="2408" y="2112"/>
                  </a:cubicBezTo>
                  <a:cubicBezTo>
                    <a:pt x="2403" y="2128"/>
                    <a:pt x="2397" y="2145"/>
                    <a:pt x="2391" y="2161"/>
                  </a:cubicBezTo>
                  <a:cubicBezTo>
                    <a:pt x="2414" y="2161"/>
                    <a:pt x="2414" y="2161"/>
                    <a:pt x="2414" y="2161"/>
                  </a:cubicBezTo>
                  <a:cubicBezTo>
                    <a:pt x="2419" y="2148"/>
                    <a:pt x="2422" y="2134"/>
                    <a:pt x="2430" y="2124"/>
                  </a:cubicBezTo>
                  <a:cubicBezTo>
                    <a:pt x="2444" y="2104"/>
                    <a:pt x="2446" y="2086"/>
                    <a:pt x="2432" y="2065"/>
                  </a:cubicBezTo>
                  <a:cubicBezTo>
                    <a:pt x="2465" y="2036"/>
                    <a:pt x="2459" y="1999"/>
                    <a:pt x="2451" y="1963"/>
                  </a:cubicBezTo>
                  <a:cubicBezTo>
                    <a:pt x="2438" y="1900"/>
                    <a:pt x="2429" y="1836"/>
                    <a:pt x="2405" y="1776"/>
                  </a:cubicBezTo>
                  <a:cubicBezTo>
                    <a:pt x="2399" y="1761"/>
                    <a:pt x="2399" y="1749"/>
                    <a:pt x="2417" y="1745"/>
                  </a:cubicBezTo>
                  <a:cubicBezTo>
                    <a:pt x="2455" y="1806"/>
                    <a:pt x="2444" y="1878"/>
                    <a:pt x="2464" y="1943"/>
                  </a:cubicBezTo>
                  <a:cubicBezTo>
                    <a:pt x="2471" y="1935"/>
                    <a:pt x="2476" y="1928"/>
                    <a:pt x="2478" y="1919"/>
                  </a:cubicBezTo>
                  <a:cubicBezTo>
                    <a:pt x="2495" y="1825"/>
                    <a:pt x="2514" y="1730"/>
                    <a:pt x="2529" y="1635"/>
                  </a:cubicBezTo>
                  <a:cubicBezTo>
                    <a:pt x="2544" y="1544"/>
                    <a:pt x="2573" y="1456"/>
                    <a:pt x="2609" y="1371"/>
                  </a:cubicBezTo>
                  <a:cubicBezTo>
                    <a:pt x="2616" y="1354"/>
                    <a:pt x="2625" y="1339"/>
                    <a:pt x="2633" y="1323"/>
                  </a:cubicBezTo>
                  <a:cubicBezTo>
                    <a:pt x="2627" y="1360"/>
                    <a:pt x="2612" y="1393"/>
                    <a:pt x="2602" y="1428"/>
                  </a:cubicBezTo>
                  <a:cubicBezTo>
                    <a:pt x="2567" y="1546"/>
                    <a:pt x="2542" y="1666"/>
                    <a:pt x="2521" y="1787"/>
                  </a:cubicBezTo>
                  <a:cubicBezTo>
                    <a:pt x="2503" y="1886"/>
                    <a:pt x="2489" y="1986"/>
                    <a:pt x="2473" y="2085"/>
                  </a:cubicBezTo>
                  <a:cubicBezTo>
                    <a:pt x="2469" y="2111"/>
                    <a:pt x="2464" y="2136"/>
                    <a:pt x="2457" y="2161"/>
                  </a:cubicBezTo>
                  <a:cubicBezTo>
                    <a:pt x="2479" y="2161"/>
                    <a:pt x="2479" y="2161"/>
                    <a:pt x="2479" y="2161"/>
                  </a:cubicBezTo>
                  <a:cubicBezTo>
                    <a:pt x="2485" y="2135"/>
                    <a:pt x="2490" y="2109"/>
                    <a:pt x="2495" y="2083"/>
                  </a:cubicBezTo>
                  <a:cubicBezTo>
                    <a:pt x="2497" y="2069"/>
                    <a:pt x="2502" y="2057"/>
                    <a:pt x="2506" y="2040"/>
                  </a:cubicBezTo>
                  <a:cubicBezTo>
                    <a:pt x="2516" y="2045"/>
                    <a:pt x="2523" y="2048"/>
                    <a:pt x="2529" y="2053"/>
                  </a:cubicBezTo>
                  <a:cubicBezTo>
                    <a:pt x="2596" y="2101"/>
                    <a:pt x="2669" y="2097"/>
                    <a:pt x="2742" y="2076"/>
                  </a:cubicBezTo>
                  <a:cubicBezTo>
                    <a:pt x="2781" y="2064"/>
                    <a:pt x="2818" y="2040"/>
                    <a:pt x="2853" y="2017"/>
                  </a:cubicBezTo>
                  <a:cubicBezTo>
                    <a:pt x="2878" y="2001"/>
                    <a:pt x="2897" y="1976"/>
                    <a:pt x="2919" y="1955"/>
                  </a:cubicBezTo>
                  <a:cubicBezTo>
                    <a:pt x="2891" y="1911"/>
                    <a:pt x="2844" y="1908"/>
                    <a:pt x="2801" y="1890"/>
                  </a:cubicBezTo>
                  <a:cubicBezTo>
                    <a:pt x="2874" y="1816"/>
                    <a:pt x="2911" y="1727"/>
                    <a:pt x="2937" y="1628"/>
                  </a:cubicBezTo>
                  <a:cubicBezTo>
                    <a:pt x="2930" y="1625"/>
                    <a:pt x="2923" y="1620"/>
                    <a:pt x="2916" y="1619"/>
                  </a:cubicBezTo>
                  <a:cubicBezTo>
                    <a:pt x="2824" y="1615"/>
                    <a:pt x="2739" y="1631"/>
                    <a:pt x="2666" y="1696"/>
                  </a:cubicBezTo>
                  <a:cubicBezTo>
                    <a:pt x="2621" y="1738"/>
                    <a:pt x="2574" y="1777"/>
                    <a:pt x="2539" y="1829"/>
                  </a:cubicBezTo>
                  <a:cubicBezTo>
                    <a:pt x="2555" y="1709"/>
                    <a:pt x="2601" y="1607"/>
                    <a:pt x="2709" y="1543"/>
                  </a:cubicBezTo>
                  <a:cubicBezTo>
                    <a:pt x="2766" y="1509"/>
                    <a:pt x="2824" y="1477"/>
                    <a:pt x="2889" y="1463"/>
                  </a:cubicBezTo>
                  <a:cubicBezTo>
                    <a:pt x="2969" y="1446"/>
                    <a:pt x="3051" y="1432"/>
                    <a:pt x="3136" y="1452"/>
                  </a:cubicBezTo>
                  <a:cubicBezTo>
                    <a:pt x="3111" y="1572"/>
                    <a:pt x="3197" y="1725"/>
                    <a:pt x="3381" y="1761"/>
                  </a:cubicBezTo>
                  <a:cubicBezTo>
                    <a:pt x="3415" y="1727"/>
                    <a:pt x="3407" y="1686"/>
                    <a:pt x="3397" y="1646"/>
                  </a:cubicBezTo>
                  <a:cubicBezTo>
                    <a:pt x="3390" y="1622"/>
                    <a:pt x="3379" y="1600"/>
                    <a:pt x="3370" y="1577"/>
                  </a:cubicBezTo>
                  <a:cubicBezTo>
                    <a:pt x="3436" y="1565"/>
                    <a:pt x="3498" y="1553"/>
                    <a:pt x="3563" y="1540"/>
                  </a:cubicBezTo>
                  <a:cubicBezTo>
                    <a:pt x="3561" y="1528"/>
                    <a:pt x="3563" y="1518"/>
                    <a:pt x="3559" y="1512"/>
                  </a:cubicBezTo>
                  <a:close/>
                  <a:moveTo>
                    <a:pt x="3423" y="797"/>
                  </a:moveTo>
                  <a:cubicBezTo>
                    <a:pt x="3443" y="804"/>
                    <a:pt x="3462" y="816"/>
                    <a:pt x="3470" y="842"/>
                  </a:cubicBezTo>
                  <a:cubicBezTo>
                    <a:pt x="3424" y="857"/>
                    <a:pt x="3382" y="868"/>
                    <a:pt x="3343" y="885"/>
                  </a:cubicBezTo>
                  <a:cubicBezTo>
                    <a:pt x="3310" y="900"/>
                    <a:pt x="3275" y="903"/>
                    <a:pt x="3241" y="903"/>
                  </a:cubicBezTo>
                  <a:cubicBezTo>
                    <a:pt x="3213" y="904"/>
                    <a:pt x="3188" y="894"/>
                    <a:pt x="3169" y="868"/>
                  </a:cubicBezTo>
                  <a:cubicBezTo>
                    <a:pt x="3199" y="864"/>
                    <a:pt x="3226" y="861"/>
                    <a:pt x="3253" y="858"/>
                  </a:cubicBezTo>
                  <a:cubicBezTo>
                    <a:pt x="3232" y="851"/>
                    <a:pt x="3211" y="850"/>
                    <a:pt x="3191" y="847"/>
                  </a:cubicBezTo>
                  <a:cubicBezTo>
                    <a:pt x="3171" y="844"/>
                    <a:pt x="3149" y="843"/>
                    <a:pt x="3140" y="817"/>
                  </a:cubicBezTo>
                  <a:cubicBezTo>
                    <a:pt x="3169" y="815"/>
                    <a:pt x="3197" y="814"/>
                    <a:pt x="3224" y="811"/>
                  </a:cubicBezTo>
                  <a:cubicBezTo>
                    <a:pt x="3253" y="807"/>
                    <a:pt x="3275" y="781"/>
                    <a:pt x="3307" y="789"/>
                  </a:cubicBezTo>
                  <a:cubicBezTo>
                    <a:pt x="3348" y="763"/>
                    <a:pt x="3386" y="784"/>
                    <a:pt x="3423" y="797"/>
                  </a:cubicBezTo>
                  <a:close/>
                  <a:moveTo>
                    <a:pt x="3269" y="582"/>
                  </a:moveTo>
                  <a:cubicBezTo>
                    <a:pt x="3321" y="570"/>
                    <a:pt x="3373" y="561"/>
                    <a:pt x="3425" y="534"/>
                  </a:cubicBezTo>
                  <a:cubicBezTo>
                    <a:pt x="3415" y="564"/>
                    <a:pt x="3406" y="594"/>
                    <a:pt x="3392" y="623"/>
                  </a:cubicBezTo>
                  <a:cubicBezTo>
                    <a:pt x="3367" y="675"/>
                    <a:pt x="3335" y="722"/>
                    <a:pt x="3288" y="757"/>
                  </a:cubicBezTo>
                  <a:cubicBezTo>
                    <a:pt x="3233" y="798"/>
                    <a:pt x="3195" y="800"/>
                    <a:pt x="3145" y="762"/>
                  </a:cubicBezTo>
                  <a:cubicBezTo>
                    <a:pt x="3184" y="737"/>
                    <a:pt x="3227" y="718"/>
                    <a:pt x="3256" y="679"/>
                  </a:cubicBezTo>
                  <a:cubicBezTo>
                    <a:pt x="3214" y="697"/>
                    <a:pt x="3177" y="727"/>
                    <a:pt x="3130" y="734"/>
                  </a:cubicBezTo>
                  <a:cubicBezTo>
                    <a:pt x="3128" y="728"/>
                    <a:pt x="3126" y="725"/>
                    <a:pt x="3126" y="723"/>
                  </a:cubicBezTo>
                  <a:cubicBezTo>
                    <a:pt x="3126" y="720"/>
                    <a:pt x="3126" y="717"/>
                    <a:pt x="3126" y="715"/>
                  </a:cubicBezTo>
                  <a:cubicBezTo>
                    <a:pt x="3149" y="643"/>
                    <a:pt x="3196" y="598"/>
                    <a:pt x="3269" y="582"/>
                  </a:cubicBezTo>
                  <a:close/>
                  <a:moveTo>
                    <a:pt x="3017" y="647"/>
                  </a:moveTo>
                  <a:cubicBezTo>
                    <a:pt x="3020" y="579"/>
                    <a:pt x="3041" y="516"/>
                    <a:pt x="3079" y="459"/>
                  </a:cubicBezTo>
                  <a:cubicBezTo>
                    <a:pt x="3084" y="452"/>
                    <a:pt x="3093" y="447"/>
                    <a:pt x="3097" y="444"/>
                  </a:cubicBezTo>
                  <a:cubicBezTo>
                    <a:pt x="3114" y="474"/>
                    <a:pt x="3129" y="503"/>
                    <a:pt x="3146" y="531"/>
                  </a:cubicBezTo>
                  <a:cubicBezTo>
                    <a:pt x="3161" y="555"/>
                    <a:pt x="3170" y="581"/>
                    <a:pt x="3166" y="605"/>
                  </a:cubicBezTo>
                  <a:cubicBezTo>
                    <a:pt x="3144" y="628"/>
                    <a:pt x="3125" y="648"/>
                    <a:pt x="3103" y="671"/>
                  </a:cubicBezTo>
                  <a:cubicBezTo>
                    <a:pt x="3099" y="640"/>
                    <a:pt x="3095" y="613"/>
                    <a:pt x="3091" y="586"/>
                  </a:cubicBezTo>
                  <a:cubicBezTo>
                    <a:pt x="3081" y="628"/>
                    <a:pt x="3090" y="672"/>
                    <a:pt x="3063" y="709"/>
                  </a:cubicBezTo>
                  <a:cubicBezTo>
                    <a:pt x="3027" y="695"/>
                    <a:pt x="3015" y="680"/>
                    <a:pt x="3017" y="647"/>
                  </a:cubicBezTo>
                  <a:close/>
                  <a:moveTo>
                    <a:pt x="3008" y="836"/>
                  </a:moveTo>
                  <a:cubicBezTo>
                    <a:pt x="2931" y="931"/>
                    <a:pt x="2890" y="969"/>
                    <a:pt x="2854" y="980"/>
                  </a:cubicBezTo>
                  <a:cubicBezTo>
                    <a:pt x="2896" y="917"/>
                    <a:pt x="2948" y="873"/>
                    <a:pt x="3008" y="836"/>
                  </a:cubicBezTo>
                  <a:close/>
                  <a:moveTo>
                    <a:pt x="2903" y="994"/>
                  </a:moveTo>
                  <a:cubicBezTo>
                    <a:pt x="2923" y="990"/>
                    <a:pt x="2943" y="986"/>
                    <a:pt x="2962" y="988"/>
                  </a:cubicBezTo>
                  <a:cubicBezTo>
                    <a:pt x="3008" y="993"/>
                    <a:pt x="3052" y="1005"/>
                    <a:pt x="3086" y="1041"/>
                  </a:cubicBezTo>
                  <a:cubicBezTo>
                    <a:pt x="3040" y="1135"/>
                    <a:pt x="2858" y="1187"/>
                    <a:pt x="2806" y="1123"/>
                  </a:cubicBezTo>
                  <a:cubicBezTo>
                    <a:pt x="2849" y="1079"/>
                    <a:pt x="2910" y="1074"/>
                    <a:pt x="2969" y="1051"/>
                  </a:cubicBezTo>
                  <a:cubicBezTo>
                    <a:pt x="2909" y="1043"/>
                    <a:pt x="2862" y="1071"/>
                    <a:pt x="2810" y="1085"/>
                  </a:cubicBezTo>
                  <a:cubicBezTo>
                    <a:pt x="2822" y="1029"/>
                    <a:pt x="2856" y="1003"/>
                    <a:pt x="2903" y="994"/>
                  </a:cubicBezTo>
                  <a:close/>
                  <a:moveTo>
                    <a:pt x="2653" y="927"/>
                  </a:moveTo>
                  <a:cubicBezTo>
                    <a:pt x="2630" y="829"/>
                    <a:pt x="2654" y="739"/>
                    <a:pt x="2722" y="660"/>
                  </a:cubicBezTo>
                  <a:cubicBezTo>
                    <a:pt x="2818" y="733"/>
                    <a:pt x="2852" y="877"/>
                    <a:pt x="2819" y="981"/>
                  </a:cubicBezTo>
                  <a:cubicBezTo>
                    <a:pt x="2811" y="1006"/>
                    <a:pt x="2796" y="1030"/>
                    <a:pt x="2765" y="1044"/>
                  </a:cubicBezTo>
                  <a:cubicBezTo>
                    <a:pt x="2758" y="995"/>
                    <a:pt x="2751" y="950"/>
                    <a:pt x="2744" y="904"/>
                  </a:cubicBezTo>
                  <a:cubicBezTo>
                    <a:pt x="2741" y="905"/>
                    <a:pt x="2738" y="905"/>
                    <a:pt x="2735" y="905"/>
                  </a:cubicBezTo>
                  <a:cubicBezTo>
                    <a:pt x="2736" y="951"/>
                    <a:pt x="2736" y="998"/>
                    <a:pt x="2736" y="1045"/>
                  </a:cubicBezTo>
                  <a:cubicBezTo>
                    <a:pt x="2701" y="1037"/>
                    <a:pt x="2671" y="1002"/>
                    <a:pt x="2653" y="927"/>
                  </a:cubicBezTo>
                  <a:close/>
                  <a:moveTo>
                    <a:pt x="1757" y="1111"/>
                  </a:moveTo>
                  <a:cubicBezTo>
                    <a:pt x="1842" y="1110"/>
                    <a:pt x="1959" y="1221"/>
                    <a:pt x="1959" y="1300"/>
                  </a:cubicBezTo>
                  <a:cubicBezTo>
                    <a:pt x="1925" y="1266"/>
                    <a:pt x="1889" y="1231"/>
                    <a:pt x="1853" y="1196"/>
                  </a:cubicBezTo>
                  <a:cubicBezTo>
                    <a:pt x="1851" y="1197"/>
                    <a:pt x="1849" y="1199"/>
                    <a:pt x="1847" y="1201"/>
                  </a:cubicBezTo>
                  <a:cubicBezTo>
                    <a:pt x="1877" y="1248"/>
                    <a:pt x="1928" y="1279"/>
                    <a:pt x="1947" y="1335"/>
                  </a:cubicBezTo>
                  <a:cubicBezTo>
                    <a:pt x="1817" y="1329"/>
                    <a:pt x="1758" y="1226"/>
                    <a:pt x="1757" y="1111"/>
                  </a:cubicBezTo>
                  <a:close/>
                  <a:moveTo>
                    <a:pt x="1726" y="1455"/>
                  </a:moveTo>
                  <a:cubicBezTo>
                    <a:pt x="1671" y="1452"/>
                    <a:pt x="1615" y="1441"/>
                    <a:pt x="1573" y="1394"/>
                  </a:cubicBezTo>
                  <a:cubicBezTo>
                    <a:pt x="1668" y="1346"/>
                    <a:pt x="1764" y="1333"/>
                    <a:pt x="1865" y="1346"/>
                  </a:cubicBezTo>
                  <a:cubicBezTo>
                    <a:pt x="1883" y="1348"/>
                    <a:pt x="1889" y="1361"/>
                    <a:pt x="1894" y="1378"/>
                  </a:cubicBezTo>
                  <a:cubicBezTo>
                    <a:pt x="1835" y="1382"/>
                    <a:pt x="1780" y="1386"/>
                    <a:pt x="1724" y="1389"/>
                  </a:cubicBezTo>
                  <a:cubicBezTo>
                    <a:pt x="1724" y="1392"/>
                    <a:pt x="1724" y="1394"/>
                    <a:pt x="1724" y="1397"/>
                  </a:cubicBezTo>
                  <a:cubicBezTo>
                    <a:pt x="1779" y="1400"/>
                    <a:pt x="1834" y="1403"/>
                    <a:pt x="1898" y="1407"/>
                  </a:cubicBezTo>
                  <a:cubicBezTo>
                    <a:pt x="1842" y="1456"/>
                    <a:pt x="1783" y="1458"/>
                    <a:pt x="1726" y="1455"/>
                  </a:cubicBezTo>
                  <a:close/>
                  <a:moveTo>
                    <a:pt x="1968" y="1560"/>
                  </a:moveTo>
                  <a:cubicBezTo>
                    <a:pt x="1916" y="1644"/>
                    <a:pt x="1838" y="1685"/>
                    <a:pt x="1741" y="1700"/>
                  </a:cubicBezTo>
                  <a:cubicBezTo>
                    <a:pt x="1751" y="1630"/>
                    <a:pt x="1804" y="1525"/>
                    <a:pt x="1855" y="1487"/>
                  </a:cubicBezTo>
                  <a:cubicBezTo>
                    <a:pt x="1880" y="1468"/>
                    <a:pt x="1908" y="1440"/>
                    <a:pt x="1951" y="1458"/>
                  </a:cubicBezTo>
                  <a:cubicBezTo>
                    <a:pt x="1934" y="1499"/>
                    <a:pt x="1900" y="1526"/>
                    <a:pt x="1881" y="1562"/>
                  </a:cubicBezTo>
                  <a:cubicBezTo>
                    <a:pt x="1922" y="1546"/>
                    <a:pt x="1940" y="1505"/>
                    <a:pt x="1973" y="1478"/>
                  </a:cubicBezTo>
                  <a:cubicBezTo>
                    <a:pt x="1983" y="1507"/>
                    <a:pt x="1983" y="1535"/>
                    <a:pt x="1968" y="1560"/>
                  </a:cubicBezTo>
                  <a:close/>
                  <a:moveTo>
                    <a:pt x="2205" y="1513"/>
                  </a:moveTo>
                  <a:cubicBezTo>
                    <a:pt x="2162" y="1479"/>
                    <a:pt x="2114" y="1453"/>
                    <a:pt x="2062" y="1420"/>
                  </a:cubicBezTo>
                  <a:cubicBezTo>
                    <a:pt x="2161" y="1446"/>
                    <a:pt x="2313" y="1557"/>
                    <a:pt x="2325" y="1625"/>
                  </a:cubicBezTo>
                  <a:cubicBezTo>
                    <a:pt x="2286" y="1588"/>
                    <a:pt x="2248" y="1547"/>
                    <a:pt x="2205" y="1513"/>
                  </a:cubicBezTo>
                  <a:close/>
                  <a:moveTo>
                    <a:pt x="2322" y="1740"/>
                  </a:moveTo>
                  <a:cubicBezTo>
                    <a:pt x="2291" y="1787"/>
                    <a:pt x="2255" y="1810"/>
                    <a:pt x="2208" y="1812"/>
                  </a:cubicBezTo>
                  <a:cubicBezTo>
                    <a:pt x="2136" y="1815"/>
                    <a:pt x="2080" y="1778"/>
                    <a:pt x="2026" y="1735"/>
                  </a:cubicBezTo>
                  <a:cubicBezTo>
                    <a:pt x="2100" y="1657"/>
                    <a:pt x="2240" y="1624"/>
                    <a:pt x="2304" y="1669"/>
                  </a:cubicBezTo>
                  <a:cubicBezTo>
                    <a:pt x="2311" y="1682"/>
                    <a:pt x="2318" y="1696"/>
                    <a:pt x="2326" y="1711"/>
                  </a:cubicBezTo>
                  <a:cubicBezTo>
                    <a:pt x="2273" y="1732"/>
                    <a:pt x="2220" y="1726"/>
                    <a:pt x="2164" y="1734"/>
                  </a:cubicBezTo>
                  <a:cubicBezTo>
                    <a:pt x="2208" y="1750"/>
                    <a:pt x="2261" y="1752"/>
                    <a:pt x="2322" y="1740"/>
                  </a:cubicBezTo>
                  <a:close/>
                  <a:moveTo>
                    <a:pt x="2419" y="1625"/>
                  </a:moveTo>
                  <a:cubicBezTo>
                    <a:pt x="2415" y="1564"/>
                    <a:pt x="2411" y="1504"/>
                    <a:pt x="2407" y="1444"/>
                  </a:cubicBezTo>
                  <a:cubicBezTo>
                    <a:pt x="2387" y="1509"/>
                    <a:pt x="2408" y="1577"/>
                    <a:pt x="2386" y="1647"/>
                  </a:cubicBezTo>
                  <a:cubicBezTo>
                    <a:pt x="2299" y="1561"/>
                    <a:pt x="2325" y="1355"/>
                    <a:pt x="2413" y="1285"/>
                  </a:cubicBezTo>
                  <a:cubicBezTo>
                    <a:pt x="2417" y="1290"/>
                    <a:pt x="2422" y="1295"/>
                    <a:pt x="2426" y="1301"/>
                  </a:cubicBezTo>
                  <a:cubicBezTo>
                    <a:pt x="2432" y="1310"/>
                    <a:pt x="2437" y="1320"/>
                    <a:pt x="2442" y="1330"/>
                  </a:cubicBezTo>
                  <a:cubicBezTo>
                    <a:pt x="2483" y="1417"/>
                    <a:pt x="2481" y="1506"/>
                    <a:pt x="2450" y="1595"/>
                  </a:cubicBezTo>
                  <a:cubicBezTo>
                    <a:pt x="2446" y="1607"/>
                    <a:pt x="2435" y="1617"/>
                    <a:pt x="2426" y="1629"/>
                  </a:cubicBezTo>
                  <a:cubicBezTo>
                    <a:pt x="2424" y="1627"/>
                    <a:pt x="2422" y="1626"/>
                    <a:pt x="2419" y="1625"/>
                  </a:cubicBezTo>
                  <a:close/>
                  <a:moveTo>
                    <a:pt x="2889" y="1952"/>
                  </a:moveTo>
                  <a:cubicBezTo>
                    <a:pt x="2863" y="1991"/>
                    <a:pt x="2825" y="2018"/>
                    <a:pt x="2769" y="2043"/>
                  </a:cubicBezTo>
                  <a:cubicBezTo>
                    <a:pt x="2733" y="2058"/>
                    <a:pt x="2697" y="2072"/>
                    <a:pt x="2656" y="2066"/>
                  </a:cubicBezTo>
                  <a:cubicBezTo>
                    <a:pt x="2624" y="2062"/>
                    <a:pt x="2611" y="2052"/>
                    <a:pt x="2597" y="2024"/>
                  </a:cubicBezTo>
                  <a:cubicBezTo>
                    <a:pt x="2651" y="1999"/>
                    <a:pt x="2719" y="2019"/>
                    <a:pt x="2775" y="1970"/>
                  </a:cubicBezTo>
                  <a:cubicBezTo>
                    <a:pt x="2749" y="1975"/>
                    <a:pt x="2732" y="1979"/>
                    <a:pt x="2712" y="1982"/>
                  </a:cubicBezTo>
                  <a:cubicBezTo>
                    <a:pt x="2764" y="1909"/>
                    <a:pt x="2818" y="1900"/>
                    <a:pt x="2889" y="1952"/>
                  </a:cubicBezTo>
                  <a:close/>
                  <a:moveTo>
                    <a:pt x="2564" y="1898"/>
                  </a:moveTo>
                  <a:cubicBezTo>
                    <a:pt x="2569" y="1845"/>
                    <a:pt x="2586" y="1798"/>
                    <a:pt x="2625" y="1760"/>
                  </a:cubicBezTo>
                  <a:cubicBezTo>
                    <a:pt x="2641" y="1743"/>
                    <a:pt x="2661" y="1729"/>
                    <a:pt x="2678" y="1712"/>
                  </a:cubicBezTo>
                  <a:cubicBezTo>
                    <a:pt x="2743" y="1650"/>
                    <a:pt x="2824" y="1638"/>
                    <a:pt x="2913" y="1638"/>
                  </a:cubicBezTo>
                  <a:cubicBezTo>
                    <a:pt x="2904" y="1670"/>
                    <a:pt x="2897" y="1700"/>
                    <a:pt x="2885" y="1728"/>
                  </a:cubicBezTo>
                  <a:cubicBezTo>
                    <a:pt x="2844" y="1831"/>
                    <a:pt x="2770" y="1906"/>
                    <a:pt x="2672" y="1955"/>
                  </a:cubicBezTo>
                  <a:cubicBezTo>
                    <a:pt x="2649" y="1967"/>
                    <a:pt x="2621" y="1967"/>
                    <a:pt x="2596" y="1944"/>
                  </a:cubicBezTo>
                  <a:cubicBezTo>
                    <a:pt x="2637" y="1887"/>
                    <a:pt x="2677" y="1830"/>
                    <a:pt x="2737" y="1776"/>
                  </a:cubicBezTo>
                  <a:cubicBezTo>
                    <a:pt x="2719" y="1784"/>
                    <a:pt x="2708" y="1785"/>
                    <a:pt x="2702" y="1791"/>
                  </a:cubicBezTo>
                  <a:cubicBezTo>
                    <a:pt x="2658" y="1834"/>
                    <a:pt x="2616" y="1877"/>
                    <a:pt x="2569" y="1924"/>
                  </a:cubicBezTo>
                  <a:cubicBezTo>
                    <a:pt x="2567" y="1914"/>
                    <a:pt x="2564" y="1906"/>
                    <a:pt x="2564" y="1898"/>
                  </a:cubicBezTo>
                  <a:close/>
                  <a:moveTo>
                    <a:pt x="2715" y="1511"/>
                  </a:moveTo>
                  <a:cubicBezTo>
                    <a:pt x="2755" y="1476"/>
                    <a:pt x="2822" y="1447"/>
                    <a:pt x="2868" y="1443"/>
                  </a:cubicBezTo>
                  <a:cubicBezTo>
                    <a:pt x="2814" y="1467"/>
                    <a:pt x="2765" y="1489"/>
                    <a:pt x="2715" y="1511"/>
                  </a:cubicBezTo>
                  <a:close/>
                  <a:moveTo>
                    <a:pt x="3071" y="1377"/>
                  </a:moveTo>
                  <a:cubicBezTo>
                    <a:pt x="3096" y="1332"/>
                    <a:pt x="3148" y="1310"/>
                    <a:pt x="3162" y="1261"/>
                  </a:cubicBezTo>
                  <a:cubicBezTo>
                    <a:pt x="3129" y="1288"/>
                    <a:pt x="3095" y="1315"/>
                    <a:pt x="3057" y="1345"/>
                  </a:cubicBezTo>
                  <a:cubicBezTo>
                    <a:pt x="3049" y="1311"/>
                    <a:pt x="3058" y="1290"/>
                    <a:pt x="3072" y="1270"/>
                  </a:cubicBezTo>
                  <a:cubicBezTo>
                    <a:pt x="3103" y="1230"/>
                    <a:pt x="3143" y="1204"/>
                    <a:pt x="3189" y="1184"/>
                  </a:cubicBezTo>
                  <a:cubicBezTo>
                    <a:pt x="3222" y="1169"/>
                    <a:pt x="3256" y="1159"/>
                    <a:pt x="3297" y="1166"/>
                  </a:cubicBezTo>
                  <a:cubicBezTo>
                    <a:pt x="3287" y="1196"/>
                    <a:pt x="3280" y="1224"/>
                    <a:pt x="3269" y="1250"/>
                  </a:cubicBezTo>
                  <a:cubicBezTo>
                    <a:pt x="3248" y="1302"/>
                    <a:pt x="3212" y="1343"/>
                    <a:pt x="3164" y="1372"/>
                  </a:cubicBezTo>
                  <a:cubicBezTo>
                    <a:pt x="3136" y="1388"/>
                    <a:pt x="3106" y="1397"/>
                    <a:pt x="3071" y="1377"/>
                  </a:cubicBezTo>
                  <a:close/>
                  <a:moveTo>
                    <a:pt x="3378" y="1738"/>
                  </a:moveTo>
                  <a:cubicBezTo>
                    <a:pt x="3301" y="1724"/>
                    <a:pt x="3241" y="1688"/>
                    <a:pt x="3197" y="1628"/>
                  </a:cubicBezTo>
                  <a:cubicBezTo>
                    <a:pt x="3176" y="1599"/>
                    <a:pt x="3160" y="1566"/>
                    <a:pt x="3174" y="1524"/>
                  </a:cubicBezTo>
                  <a:cubicBezTo>
                    <a:pt x="3219" y="1563"/>
                    <a:pt x="3251" y="1612"/>
                    <a:pt x="3305" y="1636"/>
                  </a:cubicBezTo>
                  <a:cubicBezTo>
                    <a:pt x="3280" y="1605"/>
                    <a:pt x="3255" y="1574"/>
                    <a:pt x="3225" y="1537"/>
                  </a:cubicBezTo>
                  <a:cubicBezTo>
                    <a:pt x="3266" y="1551"/>
                    <a:pt x="3300" y="1562"/>
                    <a:pt x="3334" y="1574"/>
                  </a:cubicBezTo>
                  <a:cubicBezTo>
                    <a:pt x="3337" y="1575"/>
                    <a:pt x="3340" y="1580"/>
                    <a:pt x="3342" y="1583"/>
                  </a:cubicBezTo>
                  <a:cubicBezTo>
                    <a:pt x="3372" y="1628"/>
                    <a:pt x="3391" y="1677"/>
                    <a:pt x="3378" y="1738"/>
                  </a:cubicBezTo>
                  <a:close/>
                  <a:moveTo>
                    <a:pt x="3366" y="1550"/>
                  </a:moveTo>
                  <a:cubicBezTo>
                    <a:pt x="3309" y="1547"/>
                    <a:pt x="3259" y="1533"/>
                    <a:pt x="3229" y="1472"/>
                  </a:cubicBezTo>
                  <a:cubicBezTo>
                    <a:pt x="3249" y="1469"/>
                    <a:pt x="3264" y="1466"/>
                    <a:pt x="3279" y="1465"/>
                  </a:cubicBezTo>
                  <a:cubicBezTo>
                    <a:pt x="3294" y="1465"/>
                    <a:pt x="3309" y="1469"/>
                    <a:pt x="3325" y="1471"/>
                  </a:cubicBezTo>
                  <a:cubicBezTo>
                    <a:pt x="3338" y="1472"/>
                    <a:pt x="3352" y="1473"/>
                    <a:pt x="3365" y="1475"/>
                  </a:cubicBezTo>
                  <a:cubicBezTo>
                    <a:pt x="3323" y="1444"/>
                    <a:pt x="3275" y="1442"/>
                    <a:pt x="3225" y="1442"/>
                  </a:cubicBezTo>
                  <a:cubicBezTo>
                    <a:pt x="3240" y="1410"/>
                    <a:pt x="3265" y="1402"/>
                    <a:pt x="3291" y="1399"/>
                  </a:cubicBezTo>
                  <a:cubicBezTo>
                    <a:pt x="3351" y="1393"/>
                    <a:pt x="3408" y="1395"/>
                    <a:pt x="3457" y="1438"/>
                  </a:cubicBezTo>
                  <a:cubicBezTo>
                    <a:pt x="3485" y="1462"/>
                    <a:pt x="3518" y="1481"/>
                    <a:pt x="3541" y="1523"/>
                  </a:cubicBezTo>
                  <a:cubicBezTo>
                    <a:pt x="3479" y="1528"/>
                    <a:pt x="3426" y="1554"/>
                    <a:pt x="3366" y="1550"/>
                  </a:cubicBezTo>
                  <a:close/>
                  <a:moveTo>
                    <a:pt x="18" y="867"/>
                  </a:moveTo>
                  <a:cubicBezTo>
                    <a:pt x="12" y="863"/>
                    <a:pt x="6" y="858"/>
                    <a:pt x="0" y="854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15" y="891"/>
                    <a:pt x="29" y="905"/>
                    <a:pt x="42" y="921"/>
                  </a:cubicBezTo>
                  <a:cubicBezTo>
                    <a:pt x="59" y="944"/>
                    <a:pt x="73" y="970"/>
                    <a:pt x="90" y="996"/>
                  </a:cubicBezTo>
                  <a:cubicBezTo>
                    <a:pt x="59" y="1011"/>
                    <a:pt x="29" y="1012"/>
                    <a:pt x="0" y="1009"/>
                  </a:cubicBezTo>
                  <a:cubicBezTo>
                    <a:pt x="0" y="1031"/>
                    <a:pt x="0" y="1031"/>
                    <a:pt x="0" y="1031"/>
                  </a:cubicBezTo>
                  <a:cubicBezTo>
                    <a:pt x="38" y="1033"/>
                    <a:pt x="77" y="1028"/>
                    <a:pt x="117" y="1012"/>
                  </a:cubicBezTo>
                  <a:cubicBezTo>
                    <a:pt x="93" y="956"/>
                    <a:pt x="66" y="905"/>
                    <a:pt x="18" y="867"/>
                  </a:cubicBezTo>
                  <a:close/>
                  <a:moveTo>
                    <a:pt x="55" y="580"/>
                  </a:moveTo>
                  <a:cubicBezTo>
                    <a:pt x="58" y="556"/>
                    <a:pt x="63" y="531"/>
                    <a:pt x="63" y="506"/>
                  </a:cubicBezTo>
                  <a:cubicBezTo>
                    <a:pt x="63" y="465"/>
                    <a:pt x="60" y="423"/>
                    <a:pt x="19" y="399"/>
                  </a:cubicBezTo>
                  <a:cubicBezTo>
                    <a:pt x="12" y="402"/>
                    <a:pt x="6" y="406"/>
                    <a:pt x="0" y="409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7" y="430"/>
                    <a:pt x="14" y="426"/>
                    <a:pt x="22" y="422"/>
                  </a:cubicBezTo>
                  <a:cubicBezTo>
                    <a:pt x="50" y="478"/>
                    <a:pt x="45" y="530"/>
                    <a:pt x="27" y="581"/>
                  </a:cubicBezTo>
                  <a:cubicBezTo>
                    <a:pt x="26" y="585"/>
                    <a:pt x="24" y="590"/>
                    <a:pt x="21" y="592"/>
                  </a:cubicBezTo>
                  <a:cubicBezTo>
                    <a:pt x="14" y="597"/>
                    <a:pt x="7" y="602"/>
                    <a:pt x="0" y="607"/>
                  </a:cubicBezTo>
                  <a:cubicBezTo>
                    <a:pt x="0" y="634"/>
                    <a:pt x="0" y="634"/>
                    <a:pt x="0" y="634"/>
                  </a:cubicBezTo>
                  <a:cubicBezTo>
                    <a:pt x="17" y="622"/>
                    <a:pt x="37" y="614"/>
                    <a:pt x="59" y="607"/>
                  </a:cubicBezTo>
                  <a:cubicBezTo>
                    <a:pt x="116" y="588"/>
                    <a:pt x="173" y="599"/>
                    <a:pt x="234" y="589"/>
                  </a:cubicBezTo>
                  <a:cubicBezTo>
                    <a:pt x="223" y="635"/>
                    <a:pt x="196" y="662"/>
                    <a:pt x="175" y="692"/>
                  </a:cubicBezTo>
                  <a:cubicBezTo>
                    <a:pt x="139" y="746"/>
                    <a:pt x="84" y="763"/>
                    <a:pt x="25" y="772"/>
                  </a:cubicBezTo>
                  <a:cubicBezTo>
                    <a:pt x="16" y="773"/>
                    <a:pt x="8" y="774"/>
                    <a:pt x="0" y="774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8" y="795"/>
                    <a:pt x="17" y="794"/>
                    <a:pt x="26" y="792"/>
                  </a:cubicBezTo>
                  <a:cubicBezTo>
                    <a:pt x="71" y="783"/>
                    <a:pt x="119" y="776"/>
                    <a:pt x="155" y="746"/>
                  </a:cubicBezTo>
                  <a:cubicBezTo>
                    <a:pt x="202" y="706"/>
                    <a:pt x="237" y="655"/>
                    <a:pt x="255" y="594"/>
                  </a:cubicBezTo>
                  <a:cubicBezTo>
                    <a:pt x="257" y="587"/>
                    <a:pt x="253" y="579"/>
                    <a:pt x="251" y="566"/>
                  </a:cubicBezTo>
                  <a:cubicBezTo>
                    <a:pt x="186" y="571"/>
                    <a:pt x="122" y="575"/>
                    <a:pt x="55" y="580"/>
                  </a:cubicBezTo>
                  <a:close/>
                  <a:moveTo>
                    <a:pt x="3740" y="24"/>
                  </a:moveTo>
                  <a:cubicBezTo>
                    <a:pt x="3734" y="17"/>
                    <a:pt x="3730" y="9"/>
                    <a:pt x="3724" y="0"/>
                  </a:cubicBezTo>
                  <a:cubicBezTo>
                    <a:pt x="3693" y="0"/>
                    <a:pt x="3693" y="0"/>
                    <a:pt x="3693" y="0"/>
                  </a:cubicBezTo>
                  <a:cubicBezTo>
                    <a:pt x="3705" y="14"/>
                    <a:pt x="3716" y="28"/>
                    <a:pt x="3728" y="42"/>
                  </a:cubicBezTo>
                  <a:cubicBezTo>
                    <a:pt x="3773" y="97"/>
                    <a:pt x="3810" y="157"/>
                    <a:pt x="3840" y="221"/>
                  </a:cubicBezTo>
                  <a:cubicBezTo>
                    <a:pt x="3840" y="174"/>
                    <a:pt x="3840" y="174"/>
                    <a:pt x="3840" y="174"/>
                  </a:cubicBezTo>
                  <a:cubicBezTo>
                    <a:pt x="3812" y="122"/>
                    <a:pt x="3779" y="72"/>
                    <a:pt x="3740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0" y="-2313"/>
              <a:ext cx="12191768" cy="6864081"/>
            </a:xfrm>
            <a:custGeom>
              <a:avLst/>
              <a:gdLst/>
              <a:ahLst/>
              <a:cxnLst/>
              <a:rect l="0" t="0" r="r" b="b"/>
              <a:pathLst>
                <a:path w="3840" h="2161">
                  <a:moveTo>
                    <a:pt x="3767" y="2161"/>
                  </a:moveTo>
                  <a:cubicBezTo>
                    <a:pt x="3792" y="2161"/>
                    <a:pt x="3792" y="2161"/>
                    <a:pt x="3792" y="2161"/>
                  </a:cubicBezTo>
                  <a:cubicBezTo>
                    <a:pt x="3801" y="2150"/>
                    <a:pt x="3810" y="2139"/>
                    <a:pt x="3819" y="2129"/>
                  </a:cubicBezTo>
                  <a:cubicBezTo>
                    <a:pt x="3826" y="2122"/>
                    <a:pt x="3833" y="2116"/>
                    <a:pt x="3840" y="2109"/>
                  </a:cubicBezTo>
                  <a:cubicBezTo>
                    <a:pt x="3840" y="2086"/>
                    <a:pt x="3840" y="2086"/>
                    <a:pt x="3840" y="2086"/>
                  </a:cubicBezTo>
                  <a:cubicBezTo>
                    <a:pt x="3813" y="2108"/>
                    <a:pt x="3789" y="2134"/>
                    <a:pt x="3767" y="2161"/>
                  </a:cubicBezTo>
                  <a:close/>
                  <a:moveTo>
                    <a:pt x="2102" y="2102"/>
                  </a:moveTo>
                  <a:cubicBezTo>
                    <a:pt x="2066" y="2113"/>
                    <a:pt x="2034" y="2138"/>
                    <a:pt x="1997" y="2160"/>
                  </a:cubicBezTo>
                  <a:cubicBezTo>
                    <a:pt x="1986" y="2061"/>
                    <a:pt x="1945" y="1974"/>
                    <a:pt x="1884" y="1890"/>
                  </a:cubicBezTo>
                  <a:cubicBezTo>
                    <a:pt x="1880" y="1898"/>
                    <a:pt x="1875" y="1903"/>
                    <a:pt x="1876" y="1907"/>
                  </a:cubicBezTo>
                  <a:cubicBezTo>
                    <a:pt x="1878" y="1959"/>
                    <a:pt x="1853" y="2002"/>
                    <a:pt x="1834" y="2046"/>
                  </a:cubicBezTo>
                  <a:cubicBezTo>
                    <a:pt x="1817" y="2083"/>
                    <a:pt x="1797" y="2118"/>
                    <a:pt x="1779" y="2154"/>
                  </a:cubicBezTo>
                  <a:cubicBezTo>
                    <a:pt x="1751" y="2147"/>
                    <a:pt x="1721" y="2139"/>
                    <a:pt x="1690" y="2130"/>
                  </a:cubicBezTo>
                  <a:cubicBezTo>
                    <a:pt x="1660" y="2122"/>
                    <a:pt x="1630" y="2111"/>
                    <a:pt x="1598" y="2101"/>
                  </a:cubicBezTo>
                  <a:cubicBezTo>
                    <a:pt x="1591" y="2122"/>
                    <a:pt x="1589" y="2141"/>
                    <a:pt x="1591" y="2161"/>
                  </a:cubicBezTo>
                  <a:cubicBezTo>
                    <a:pt x="1612" y="2161"/>
                    <a:pt x="1612" y="2161"/>
                    <a:pt x="1612" y="2161"/>
                  </a:cubicBezTo>
                  <a:cubicBezTo>
                    <a:pt x="1612" y="2160"/>
                    <a:pt x="1612" y="2160"/>
                    <a:pt x="1612" y="2160"/>
                  </a:cubicBezTo>
                  <a:cubicBezTo>
                    <a:pt x="1610" y="2151"/>
                    <a:pt x="1612" y="2142"/>
                    <a:pt x="1612" y="2136"/>
                  </a:cubicBezTo>
                  <a:cubicBezTo>
                    <a:pt x="1646" y="2144"/>
                    <a:pt x="1678" y="2152"/>
                    <a:pt x="1710" y="2157"/>
                  </a:cubicBezTo>
                  <a:cubicBezTo>
                    <a:pt x="1715" y="2158"/>
                    <a:pt x="1720" y="2159"/>
                    <a:pt x="1725" y="2161"/>
                  </a:cubicBezTo>
                  <a:cubicBezTo>
                    <a:pt x="1807" y="2161"/>
                    <a:pt x="1807" y="2161"/>
                    <a:pt x="1807" y="2161"/>
                  </a:cubicBezTo>
                  <a:cubicBezTo>
                    <a:pt x="1811" y="2140"/>
                    <a:pt x="1819" y="2120"/>
                    <a:pt x="1830" y="2099"/>
                  </a:cubicBezTo>
                  <a:cubicBezTo>
                    <a:pt x="1855" y="2052"/>
                    <a:pt x="1883" y="2007"/>
                    <a:pt x="1898" y="1950"/>
                  </a:cubicBezTo>
                  <a:cubicBezTo>
                    <a:pt x="1913" y="1978"/>
                    <a:pt x="1930" y="2005"/>
                    <a:pt x="1942" y="2034"/>
                  </a:cubicBezTo>
                  <a:cubicBezTo>
                    <a:pt x="1959" y="2075"/>
                    <a:pt x="1971" y="2117"/>
                    <a:pt x="1974" y="2161"/>
                  </a:cubicBezTo>
                  <a:cubicBezTo>
                    <a:pt x="2037" y="2161"/>
                    <a:pt x="2037" y="2161"/>
                    <a:pt x="2037" y="2161"/>
                  </a:cubicBezTo>
                  <a:cubicBezTo>
                    <a:pt x="2053" y="2147"/>
                    <a:pt x="2074" y="2137"/>
                    <a:pt x="2093" y="2127"/>
                  </a:cubicBezTo>
                  <a:cubicBezTo>
                    <a:pt x="2112" y="2116"/>
                    <a:pt x="2133" y="2110"/>
                    <a:pt x="2158" y="2122"/>
                  </a:cubicBezTo>
                  <a:cubicBezTo>
                    <a:pt x="2152" y="2135"/>
                    <a:pt x="2146" y="2148"/>
                    <a:pt x="2140" y="2161"/>
                  </a:cubicBezTo>
                  <a:cubicBezTo>
                    <a:pt x="2165" y="2161"/>
                    <a:pt x="2165" y="2161"/>
                    <a:pt x="2165" y="2161"/>
                  </a:cubicBezTo>
                  <a:cubicBezTo>
                    <a:pt x="2179" y="2141"/>
                    <a:pt x="2198" y="2125"/>
                    <a:pt x="2227" y="2115"/>
                  </a:cubicBezTo>
                  <a:cubicBezTo>
                    <a:pt x="2180" y="2097"/>
                    <a:pt x="2139" y="2090"/>
                    <a:pt x="2102" y="2102"/>
                  </a:cubicBezTo>
                  <a:close/>
                  <a:moveTo>
                    <a:pt x="234" y="1391"/>
                  </a:moveTo>
                  <a:cubicBezTo>
                    <a:pt x="269" y="1368"/>
                    <a:pt x="307" y="1351"/>
                    <a:pt x="333" y="1324"/>
                  </a:cubicBezTo>
                  <a:cubicBezTo>
                    <a:pt x="360" y="1296"/>
                    <a:pt x="372" y="1256"/>
                    <a:pt x="377" y="1206"/>
                  </a:cubicBezTo>
                  <a:cubicBezTo>
                    <a:pt x="338" y="1242"/>
                    <a:pt x="298" y="1245"/>
                    <a:pt x="257" y="1241"/>
                  </a:cubicBezTo>
                  <a:cubicBezTo>
                    <a:pt x="232" y="1238"/>
                    <a:pt x="207" y="1236"/>
                    <a:pt x="182" y="1231"/>
                  </a:cubicBezTo>
                  <a:cubicBezTo>
                    <a:pt x="135" y="1223"/>
                    <a:pt x="89" y="1227"/>
                    <a:pt x="46" y="1244"/>
                  </a:cubicBezTo>
                  <a:cubicBezTo>
                    <a:pt x="29" y="1250"/>
                    <a:pt x="13" y="1258"/>
                    <a:pt x="0" y="1268"/>
                  </a:cubicBezTo>
                  <a:cubicBezTo>
                    <a:pt x="0" y="1518"/>
                    <a:pt x="0" y="1518"/>
                    <a:pt x="0" y="1518"/>
                  </a:cubicBezTo>
                  <a:cubicBezTo>
                    <a:pt x="18" y="1545"/>
                    <a:pt x="24" y="1579"/>
                    <a:pt x="40" y="1609"/>
                  </a:cubicBezTo>
                  <a:cubicBezTo>
                    <a:pt x="37" y="1582"/>
                    <a:pt x="33" y="1555"/>
                    <a:pt x="30" y="1524"/>
                  </a:cubicBezTo>
                  <a:cubicBezTo>
                    <a:pt x="56" y="1540"/>
                    <a:pt x="80" y="1555"/>
                    <a:pt x="108" y="1572"/>
                  </a:cubicBezTo>
                  <a:cubicBezTo>
                    <a:pt x="117" y="1594"/>
                    <a:pt x="115" y="1621"/>
                    <a:pt x="107" y="1649"/>
                  </a:cubicBezTo>
                  <a:cubicBezTo>
                    <a:pt x="98" y="1680"/>
                    <a:pt x="91" y="1712"/>
                    <a:pt x="82" y="1746"/>
                  </a:cubicBezTo>
                  <a:cubicBezTo>
                    <a:pt x="77" y="1743"/>
                    <a:pt x="67" y="1741"/>
                    <a:pt x="61" y="1735"/>
                  </a:cubicBezTo>
                  <a:cubicBezTo>
                    <a:pt x="37" y="1714"/>
                    <a:pt x="17" y="1692"/>
                    <a:pt x="0" y="1667"/>
                  </a:cubicBezTo>
                  <a:cubicBezTo>
                    <a:pt x="0" y="1706"/>
                    <a:pt x="0" y="1706"/>
                    <a:pt x="0" y="1706"/>
                  </a:cubicBezTo>
                  <a:cubicBezTo>
                    <a:pt x="26" y="1740"/>
                    <a:pt x="59" y="1768"/>
                    <a:pt x="107" y="1774"/>
                  </a:cubicBezTo>
                  <a:cubicBezTo>
                    <a:pt x="112" y="1741"/>
                    <a:pt x="116" y="1710"/>
                    <a:pt x="122" y="1678"/>
                  </a:cubicBezTo>
                  <a:cubicBezTo>
                    <a:pt x="128" y="1647"/>
                    <a:pt x="135" y="1617"/>
                    <a:pt x="141" y="1589"/>
                  </a:cubicBezTo>
                  <a:cubicBezTo>
                    <a:pt x="182" y="1589"/>
                    <a:pt x="222" y="1586"/>
                    <a:pt x="262" y="1588"/>
                  </a:cubicBezTo>
                  <a:cubicBezTo>
                    <a:pt x="310" y="1591"/>
                    <a:pt x="360" y="1588"/>
                    <a:pt x="405" y="1613"/>
                  </a:cubicBezTo>
                  <a:cubicBezTo>
                    <a:pt x="409" y="1615"/>
                    <a:pt x="414" y="1614"/>
                    <a:pt x="424" y="1614"/>
                  </a:cubicBezTo>
                  <a:cubicBezTo>
                    <a:pt x="376" y="1521"/>
                    <a:pt x="317" y="1446"/>
                    <a:pt x="234" y="1391"/>
                  </a:cubicBezTo>
                  <a:close/>
                  <a:moveTo>
                    <a:pt x="28" y="1374"/>
                  </a:moveTo>
                  <a:cubicBezTo>
                    <a:pt x="30" y="1346"/>
                    <a:pt x="51" y="1340"/>
                    <a:pt x="69" y="1332"/>
                  </a:cubicBezTo>
                  <a:cubicBezTo>
                    <a:pt x="88" y="1323"/>
                    <a:pt x="108" y="1317"/>
                    <a:pt x="126" y="1305"/>
                  </a:cubicBezTo>
                  <a:cubicBezTo>
                    <a:pt x="100" y="1309"/>
                    <a:pt x="73" y="1312"/>
                    <a:pt x="43" y="1317"/>
                  </a:cubicBezTo>
                  <a:cubicBezTo>
                    <a:pt x="54" y="1286"/>
                    <a:pt x="76" y="1271"/>
                    <a:pt x="103" y="1264"/>
                  </a:cubicBezTo>
                  <a:cubicBezTo>
                    <a:pt x="137" y="1256"/>
                    <a:pt x="171" y="1250"/>
                    <a:pt x="207" y="1255"/>
                  </a:cubicBezTo>
                  <a:cubicBezTo>
                    <a:pt x="249" y="1262"/>
                    <a:pt x="292" y="1262"/>
                    <a:pt x="340" y="1265"/>
                  </a:cubicBezTo>
                  <a:cubicBezTo>
                    <a:pt x="340" y="1292"/>
                    <a:pt x="324" y="1308"/>
                    <a:pt x="306" y="1320"/>
                  </a:cubicBezTo>
                  <a:cubicBezTo>
                    <a:pt x="274" y="1342"/>
                    <a:pt x="243" y="1373"/>
                    <a:pt x="197" y="1358"/>
                  </a:cubicBezTo>
                  <a:cubicBezTo>
                    <a:pt x="168" y="1374"/>
                    <a:pt x="139" y="1354"/>
                    <a:pt x="111" y="1358"/>
                  </a:cubicBezTo>
                  <a:cubicBezTo>
                    <a:pt x="84" y="1362"/>
                    <a:pt x="57" y="1368"/>
                    <a:pt x="28" y="1374"/>
                  </a:cubicBezTo>
                  <a:close/>
                  <a:moveTo>
                    <a:pt x="376" y="1574"/>
                  </a:moveTo>
                  <a:cubicBezTo>
                    <a:pt x="319" y="1561"/>
                    <a:pt x="266" y="1566"/>
                    <a:pt x="213" y="1568"/>
                  </a:cubicBezTo>
                  <a:cubicBezTo>
                    <a:pt x="138" y="1571"/>
                    <a:pt x="81" y="1539"/>
                    <a:pt x="41" y="1476"/>
                  </a:cubicBezTo>
                  <a:cubicBezTo>
                    <a:pt x="40" y="1474"/>
                    <a:pt x="39" y="1471"/>
                    <a:pt x="39" y="1468"/>
                  </a:cubicBezTo>
                  <a:cubicBezTo>
                    <a:pt x="38" y="1466"/>
                    <a:pt x="39" y="1463"/>
                    <a:pt x="40" y="1456"/>
                  </a:cubicBezTo>
                  <a:cubicBezTo>
                    <a:pt x="87" y="1451"/>
                    <a:pt x="130" y="1470"/>
                    <a:pt x="176" y="1477"/>
                  </a:cubicBezTo>
                  <a:cubicBezTo>
                    <a:pt x="138" y="1447"/>
                    <a:pt x="91" y="1439"/>
                    <a:pt x="47" y="1426"/>
                  </a:cubicBezTo>
                  <a:cubicBezTo>
                    <a:pt x="85" y="1376"/>
                    <a:pt x="123" y="1368"/>
                    <a:pt x="186" y="1394"/>
                  </a:cubicBezTo>
                  <a:cubicBezTo>
                    <a:pt x="240" y="1416"/>
                    <a:pt x="284" y="1453"/>
                    <a:pt x="321" y="1497"/>
                  </a:cubicBezTo>
                  <a:cubicBezTo>
                    <a:pt x="342" y="1520"/>
                    <a:pt x="358" y="1548"/>
                    <a:pt x="376" y="1574"/>
                  </a:cubicBezTo>
                  <a:close/>
                  <a:moveTo>
                    <a:pt x="1637" y="0"/>
                  </a:moveTo>
                  <a:cubicBezTo>
                    <a:pt x="1612" y="0"/>
                    <a:pt x="1612" y="0"/>
                    <a:pt x="1612" y="0"/>
                  </a:cubicBezTo>
                  <a:cubicBezTo>
                    <a:pt x="1614" y="3"/>
                    <a:pt x="1616" y="6"/>
                    <a:pt x="1618" y="9"/>
                  </a:cubicBezTo>
                  <a:cubicBezTo>
                    <a:pt x="1624" y="6"/>
                    <a:pt x="1632" y="4"/>
                    <a:pt x="1637" y="0"/>
                  </a:cubicBezTo>
                  <a:close/>
                  <a:moveTo>
                    <a:pt x="1656" y="290"/>
                  </a:moveTo>
                  <a:cubicBezTo>
                    <a:pt x="1634" y="349"/>
                    <a:pt x="1638" y="405"/>
                    <a:pt x="1650" y="462"/>
                  </a:cubicBezTo>
                  <a:cubicBezTo>
                    <a:pt x="1663" y="521"/>
                    <a:pt x="1697" y="569"/>
                    <a:pt x="1738" y="614"/>
                  </a:cubicBezTo>
                  <a:cubicBezTo>
                    <a:pt x="1799" y="558"/>
                    <a:pt x="1823" y="487"/>
                    <a:pt x="1829" y="409"/>
                  </a:cubicBezTo>
                  <a:cubicBezTo>
                    <a:pt x="1834" y="331"/>
                    <a:pt x="1815" y="259"/>
                    <a:pt x="1758" y="199"/>
                  </a:cubicBezTo>
                  <a:cubicBezTo>
                    <a:pt x="1804" y="136"/>
                    <a:pt x="1840" y="70"/>
                    <a:pt x="1863" y="0"/>
                  </a:cubicBezTo>
                  <a:cubicBezTo>
                    <a:pt x="1838" y="0"/>
                    <a:pt x="1838" y="0"/>
                    <a:pt x="1838" y="0"/>
                  </a:cubicBezTo>
                  <a:cubicBezTo>
                    <a:pt x="1830" y="30"/>
                    <a:pt x="1817" y="58"/>
                    <a:pt x="1803" y="77"/>
                  </a:cubicBezTo>
                  <a:cubicBezTo>
                    <a:pt x="1811" y="51"/>
                    <a:pt x="1819" y="25"/>
                    <a:pt x="1827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9" y="27"/>
                    <a:pt x="1788" y="54"/>
                    <a:pt x="1774" y="80"/>
                  </a:cubicBezTo>
                  <a:cubicBezTo>
                    <a:pt x="1735" y="152"/>
                    <a:pt x="1693" y="223"/>
                    <a:pt x="1622" y="275"/>
                  </a:cubicBezTo>
                  <a:cubicBezTo>
                    <a:pt x="1547" y="178"/>
                    <a:pt x="1376" y="143"/>
                    <a:pt x="1228" y="260"/>
                  </a:cubicBezTo>
                  <a:cubicBezTo>
                    <a:pt x="1232" y="307"/>
                    <a:pt x="1268" y="328"/>
                    <a:pt x="1305" y="346"/>
                  </a:cubicBezTo>
                  <a:cubicBezTo>
                    <a:pt x="1327" y="357"/>
                    <a:pt x="1352" y="363"/>
                    <a:pt x="1375" y="371"/>
                  </a:cubicBezTo>
                  <a:cubicBezTo>
                    <a:pt x="1342" y="429"/>
                    <a:pt x="1310" y="484"/>
                    <a:pt x="1277" y="541"/>
                  </a:cubicBezTo>
                  <a:cubicBezTo>
                    <a:pt x="1288" y="549"/>
                    <a:pt x="1294" y="556"/>
                    <a:pt x="1301" y="557"/>
                  </a:cubicBezTo>
                  <a:cubicBezTo>
                    <a:pt x="1363" y="567"/>
                    <a:pt x="1425" y="558"/>
                    <a:pt x="1481" y="533"/>
                  </a:cubicBezTo>
                  <a:cubicBezTo>
                    <a:pt x="1524" y="514"/>
                    <a:pt x="1551" y="474"/>
                    <a:pt x="1579" y="437"/>
                  </a:cubicBezTo>
                  <a:cubicBezTo>
                    <a:pt x="1604" y="403"/>
                    <a:pt x="1617" y="365"/>
                    <a:pt x="1625" y="325"/>
                  </a:cubicBezTo>
                  <a:cubicBezTo>
                    <a:pt x="1629" y="310"/>
                    <a:pt x="1632" y="295"/>
                    <a:pt x="1656" y="290"/>
                  </a:cubicBezTo>
                  <a:close/>
                  <a:moveTo>
                    <a:pt x="1665" y="348"/>
                  </a:moveTo>
                  <a:cubicBezTo>
                    <a:pt x="1670" y="317"/>
                    <a:pt x="1683" y="287"/>
                    <a:pt x="1721" y="274"/>
                  </a:cubicBezTo>
                  <a:cubicBezTo>
                    <a:pt x="1739" y="323"/>
                    <a:pt x="1722" y="376"/>
                    <a:pt x="1750" y="418"/>
                  </a:cubicBezTo>
                  <a:cubicBezTo>
                    <a:pt x="1751" y="376"/>
                    <a:pt x="1753" y="333"/>
                    <a:pt x="1755" y="284"/>
                  </a:cubicBezTo>
                  <a:cubicBezTo>
                    <a:pt x="1786" y="300"/>
                    <a:pt x="1796" y="320"/>
                    <a:pt x="1802" y="345"/>
                  </a:cubicBezTo>
                  <a:cubicBezTo>
                    <a:pt x="1813" y="394"/>
                    <a:pt x="1806" y="442"/>
                    <a:pt x="1791" y="489"/>
                  </a:cubicBezTo>
                  <a:cubicBezTo>
                    <a:pt x="1781" y="524"/>
                    <a:pt x="1767" y="556"/>
                    <a:pt x="1735" y="583"/>
                  </a:cubicBezTo>
                  <a:cubicBezTo>
                    <a:pt x="1718" y="556"/>
                    <a:pt x="1701" y="533"/>
                    <a:pt x="1688" y="507"/>
                  </a:cubicBezTo>
                  <a:cubicBezTo>
                    <a:pt x="1663" y="457"/>
                    <a:pt x="1655" y="403"/>
                    <a:pt x="1665" y="348"/>
                  </a:cubicBezTo>
                  <a:close/>
                  <a:moveTo>
                    <a:pt x="1247" y="272"/>
                  </a:moveTo>
                  <a:cubicBezTo>
                    <a:pt x="1308" y="223"/>
                    <a:pt x="1375" y="201"/>
                    <a:pt x="1448" y="206"/>
                  </a:cubicBezTo>
                  <a:cubicBezTo>
                    <a:pt x="1484" y="209"/>
                    <a:pt x="1520" y="218"/>
                    <a:pt x="1543" y="257"/>
                  </a:cubicBezTo>
                  <a:cubicBezTo>
                    <a:pt x="1484" y="266"/>
                    <a:pt x="1426" y="258"/>
                    <a:pt x="1373" y="283"/>
                  </a:cubicBezTo>
                  <a:cubicBezTo>
                    <a:pt x="1412" y="285"/>
                    <a:pt x="1452" y="286"/>
                    <a:pt x="1500" y="287"/>
                  </a:cubicBezTo>
                  <a:cubicBezTo>
                    <a:pt x="1462" y="309"/>
                    <a:pt x="1432" y="327"/>
                    <a:pt x="1401" y="345"/>
                  </a:cubicBezTo>
                  <a:cubicBezTo>
                    <a:pt x="1398" y="347"/>
                    <a:pt x="1393" y="346"/>
                    <a:pt x="1389" y="346"/>
                  </a:cubicBezTo>
                  <a:cubicBezTo>
                    <a:pt x="1334" y="339"/>
                    <a:pt x="1285" y="322"/>
                    <a:pt x="1247" y="272"/>
                  </a:cubicBezTo>
                  <a:close/>
                  <a:moveTo>
                    <a:pt x="1561" y="427"/>
                  </a:moveTo>
                  <a:cubicBezTo>
                    <a:pt x="1527" y="476"/>
                    <a:pt x="1488" y="518"/>
                    <a:pt x="1424" y="528"/>
                  </a:cubicBezTo>
                  <a:cubicBezTo>
                    <a:pt x="1387" y="533"/>
                    <a:pt x="1351" y="546"/>
                    <a:pt x="1305" y="536"/>
                  </a:cubicBezTo>
                  <a:cubicBezTo>
                    <a:pt x="1341" y="485"/>
                    <a:pt x="1356" y="429"/>
                    <a:pt x="1398" y="385"/>
                  </a:cubicBezTo>
                  <a:cubicBezTo>
                    <a:pt x="1438" y="344"/>
                    <a:pt x="1480" y="315"/>
                    <a:pt x="1547" y="332"/>
                  </a:cubicBezTo>
                  <a:cubicBezTo>
                    <a:pt x="1536" y="349"/>
                    <a:pt x="1529" y="363"/>
                    <a:pt x="1519" y="374"/>
                  </a:cubicBezTo>
                  <a:cubicBezTo>
                    <a:pt x="1509" y="386"/>
                    <a:pt x="1496" y="395"/>
                    <a:pt x="1485" y="406"/>
                  </a:cubicBezTo>
                  <a:cubicBezTo>
                    <a:pt x="1475" y="415"/>
                    <a:pt x="1465" y="424"/>
                    <a:pt x="1456" y="434"/>
                  </a:cubicBezTo>
                  <a:cubicBezTo>
                    <a:pt x="1506" y="422"/>
                    <a:pt x="1539" y="387"/>
                    <a:pt x="1571" y="349"/>
                  </a:cubicBezTo>
                  <a:cubicBezTo>
                    <a:pt x="1587" y="381"/>
                    <a:pt x="1576" y="405"/>
                    <a:pt x="1561" y="427"/>
                  </a:cubicBezTo>
                  <a:close/>
                  <a:moveTo>
                    <a:pt x="2363" y="240"/>
                  </a:moveTo>
                  <a:cubicBezTo>
                    <a:pt x="2295" y="191"/>
                    <a:pt x="2217" y="165"/>
                    <a:pt x="2135" y="139"/>
                  </a:cubicBezTo>
                  <a:cubicBezTo>
                    <a:pt x="2120" y="92"/>
                    <a:pt x="2103" y="46"/>
                    <a:pt x="2083" y="0"/>
                  </a:cubicBezTo>
                  <a:cubicBezTo>
                    <a:pt x="2028" y="0"/>
                    <a:pt x="2028" y="0"/>
                    <a:pt x="2028" y="0"/>
                  </a:cubicBezTo>
                  <a:cubicBezTo>
                    <a:pt x="2055" y="53"/>
                    <a:pt x="2079" y="107"/>
                    <a:pt x="2101" y="163"/>
                  </a:cubicBezTo>
                  <a:cubicBezTo>
                    <a:pt x="2080" y="179"/>
                    <a:pt x="2060" y="192"/>
                    <a:pt x="2043" y="208"/>
                  </a:cubicBezTo>
                  <a:cubicBezTo>
                    <a:pt x="1989" y="259"/>
                    <a:pt x="1952" y="322"/>
                    <a:pt x="1938" y="395"/>
                  </a:cubicBezTo>
                  <a:cubicBezTo>
                    <a:pt x="1931" y="430"/>
                    <a:pt x="1935" y="467"/>
                    <a:pt x="1936" y="503"/>
                  </a:cubicBezTo>
                  <a:cubicBezTo>
                    <a:pt x="1936" y="517"/>
                    <a:pt x="1948" y="523"/>
                    <a:pt x="1962" y="525"/>
                  </a:cubicBezTo>
                  <a:cubicBezTo>
                    <a:pt x="2002" y="528"/>
                    <a:pt x="2033" y="508"/>
                    <a:pt x="2064" y="489"/>
                  </a:cubicBezTo>
                  <a:cubicBezTo>
                    <a:pt x="2088" y="474"/>
                    <a:pt x="2108" y="452"/>
                    <a:pt x="2132" y="431"/>
                  </a:cubicBezTo>
                  <a:cubicBezTo>
                    <a:pt x="2147" y="496"/>
                    <a:pt x="2145" y="561"/>
                    <a:pt x="2146" y="629"/>
                  </a:cubicBezTo>
                  <a:cubicBezTo>
                    <a:pt x="2125" y="622"/>
                    <a:pt x="2108" y="612"/>
                    <a:pt x="2090" y="609"/>
                  </a:cubicBezTo>
                  <a:cubicBezTo>
                    <a:pt x="2045" y="600"/>
                    <a:pt x="2008" y="621"/>
                    <a:pt x="1977" y="651"/>
                  </a:cubicBezTo>
                  <a:cubicBezTo>
                    <a:pt x="1943" y="683"/>
                    <a:pt x="1919" y="723"/>
                    <a:pt x="1906" y="768"/>
                  </a:cubicBezTo>
                  <a:cubicBezTo>
                    <a:pt x="1900" y="792"/>
                    <a:pt x="1891" y="816"/>
                    <a:pt x="1882" y="840"/>
                  </a:cubicBezTo>
                  <a:cubicBezTo>
                    <a:pt x="1869" y="879"/>
                    <a:pt x="1849" y="914"/>
                    <a:pt x="1799" y="933"/>
                  </a:cubicBezTo>
                  <a:cubicBezTo>
                    <a:pt x="1846" y="949"/>
                    <a:pt x="1887" y="956"/>
                    <a:pt x="1924" y="944"/>
                  </a:cubicBezTo>
                  <a:cubicBezTo>
                    <a:pt x="1960" y="932"/>
                    <a:pt x="1991" y="906"/>
                    <a:pt x="2028" y="884"/>
                  </a:cubicBezTo>
                  <a:cubicBezTo>
                    <a:pt x="2041" y="983"/>
                    <a:pt x="2083" y="1069"/>
                    <a:pt x="2146" y="1152"/>
                  </a:cubicBezTo>
                  <a:cubicBezTo>
                    <a:pt x="2150" y="1143"/>
                    <a:pt x="2154" y="1139"/>
                    <a:pt x="2154" y="1135"/>
                  </a:cubicBezTo>
                  <a:cubicBezTo>
                    <a:pt x="2150" y="1083"/>
                    <a:pt x="2174" y="1040"/>
                    <a:pt x="2193" y="995"/>
                  </a:cubicBezTo>
                  <a:cubicBezTo>
                    <a:pt x="2209" y="958"/>
                    <a:pt x="2228" y="923"/>
                    <a:pt x="2247" y="886"/>
                  </a:cubicBezTo>
                  <a:cubicBezTo>
                    <a:pt x="2274" y="893"/>
                    <a:pt x="2305" y="900"/>
                    <a:pt x="2335" y="908"/>
                  </a:cubicBezTo>
                  <a:cubicBezTo>
                    <a:pt x="2366" y="917"/>
                    <a:pt x="2396" y="927"/>
                    <a:pt x="2428" y="936"/>
                  </a:cubicBezTo>
                  <a:cubicBezTo>
                    <a:pt x="2452" y="862"/>
                    <a:pt x="2410" y="800"/>
                    <a:pt x="2370" y="740"/>
                  </a:cubicBezTo>
                  <a:cubicBezTo>
                    <a:pt x="2329" y="679"/>
                    <a:pt x="2274" y="635"/>
                    <a:pt x="2193" y="639"/>
                  </a:cubicBezTo>
                  <a:cubicBezTo>
                    <a:pt x="2196" y="596"/>
                    <a:pt x="2200" y="557"/>
                    <a:pt x="2201" y="518"/>
                  </a:cubicBezTo>
                  <a:cubicBezTo>
                    <a:pt x="2202" y="479"/>
                    <a:pt x="2199" y="440"/>
                    <a:pt x="2198" y="394"/>
                  </a:cubicBezTo>
                  <a:cubicBezTo>
                    <a:pt x="2290" y="477"/>
                    <a:pt x="2392" y="519"/>
                    <a:pt x="2515" y="497"/>
                  </a:cubicBezTo>
                  <a:cubicBezTo>
                    <a:pt x="2522" y="464"/>
                    <a:pt x="2507" y="436"/>
                    <a:pt x="2498" y="407"/>
                  </a:cubicBezTo>
                  <a:cubicBezTo>
                    <a:pt x="2475" y="334"/>
                    <a:pt x="2423" y="284"/>
                    <a:pt x="2363" y="240"/>
                  </a:cubicBezTo>
                  <a:close/>
                  <a:moveTo>
                    <a:pt x="2121" y="396"/>
                  </a:moveTo>
                  <a:cubicBezTo>
                    <a:pt x="2112" y="413"/>
                    <a:pt x="2102" y="431"/>
                    <a:pt x="2088" y="444"/>
                  </a:cubicBezTo>
                  <a:cubicBezTo>
                    <a:pt x="2054" y="476"/>
                    <a:pt x="2016" y="502"/>
                    <a:pt x="1966" y="504"/>
                  </a:cubicBezTo>
                  <a:cubicBezTo>
                    <a:pt x="1925" y="408"/>
                    <a:pt x="2004" y="235"/>
                    <a:pt x="2086" y="238"/>
                  </a:cubicBezTo>
                  <a:cubicBezTo>
                    <a:pt x="2093" y="300"/>
                    <a:pt x="2056" y="349"/>
                    <a:pt x="2035" y="409"/>
                  </a:cubicBezTo>
                  <a:cubicBezTo>
                    <a:pt x="2081" y="368"/>
                    <a:pt x="2090" y="314"/>
                    <a:pt x="2113" y="266"/>
                  </a:cubicBezTo>
                  <a:cubicBezTo>
                    <a:pt x="2148" y="312"/>
                    <a:pt x="2145" y="354"/>
                    <a:pt x="2121" y="396"/>
                  </a:cubicBezTo>
                  <a:close/>
                  <a:moveTo>
                    <a:pt x="2164" y="368"/>
                  </a:moveTo>
                  <a:cubicBezTo>
                    <a:pt x="2185" y="440"/>
                    <a:pt x="2184" y="509"/>
                    <a:pt x="2173" y="578"/>
                  </a:cubicBezTo>
                  <a:cubicBezTo>
                    <a:pt x="2151" y="458"/>
                    <a:pt x="2149" y="402"/>
                    <a:pt x="2164" y="368"/>
                  </a:cubicBezTo>
                  <a:close/>
                  <a:moveTo>
                    <a:pt x="2014" y="836"/>
                  </a:moveTo>
                  <a:cubicBezTo>
                    <a:pt x="2008" y="884"/>
                    <a:pt x="1967" y="899"/>
                    <a:pt x="1933" y="919"/>
                  </a:cubicBezTo>
                  <a:cubicBezTo>
                    <a:pt x="1914" y="929"/>
                    <a:pt x="1892" y="936"/>
                    <a:pt x="1868" y="925"/>
                  </a:cubicBezTo>
                  <a:cubicBezTo>
                    <a:pt x="1886" y="881"/>
                    <a:pt x="1905" y="842"/>
                    <a:pt x="1917" y="801"/>
                  </a:cubicBezTo>
                  <a:cubicBezTo>
                    <a:pt x="1928" y="766"/>
                    <a:pt x="1948" y="738"/>
                    <a:pt x="1970" y="711"/>
                  </a:cubicBezTo>
                  <a:cubicBezTo>
                    <a:pt x="1988" y="690"/>
                    <a:pt x="2012" y="677"/>
                    <a:pt x="2044" y="680"/>
                  </a:cubicBezTo>
                  <a:cubicBezTo>
                    <a:pt x="2027" y="705"/>
                    <a:pt x="2012" y="727"/>
                    <a:pt x="1997" y="750"/>
                  </a:cubicBezTo>
                  <a:cubicBezTo>
                    <a:pt x="2016" y="739"/>
                    <a:pt x="2030" y="723"/>
                    <a:pt x="2046" y="710"/>
                  </a:cubicBezTo>
                  <a:cubicBezTo>
                    <a:pt x="2061" y="697"/>
                    <a:pt x="2076" y="681"/>
                    <a:pt x="2102" y="691"/>
                  </a:cubicBezTo>
                  <a:cubicBezTo>
                    <a:pt x="2084" y="715"/>
                    <a:pt x="2067" y="736"/>
                    <a:pt x="2052" y="759"/>
                  </a:cubicBezTo>
                  <a:cubicBezTo>
                    <a:pt x="2036" y="783"/>
                    <a:pt x="2041" y="817"/>
                    <a:pt x="2014" y="836"/>
                  </a:cubicBezTo>
                  <a:close/>
                  <a:moveTo>
                    <a:pt x="2311" y="708"/>
                  </a:moveTo>
                  <a:cubicBezTo>
                    <a:pt x="2361" y="754"/>
                    <a:pt x="2395" y="811"/>
                    <a:pt x="2413" y="877"/>
                  </a:cubicBezTo>
                  <a:cubicBezTo>
                    <a:pt x="2415" y="886"/>
                    <a:pt x="2413" y="896"/>
                    <a:pt x="2413" y="901"/>
                  </a:cubicBezTo>
                  <a:cubicBezTo>
                    <a:pt x="2379" y="894"/>
                    <a:pt x="2347" y="887"/>
                    <a:pt x="2315" y="882"/>
                  </a:cubicBezTo>
                  <a:cubicBezTo>
                    <a:pt x="2287" y="877"/>
                    <a:pt x="2262" y="867"/>
                    <a:pt x="2245" y="849"/>
                  </a:cubicBezTo>
                  <a:cubicBezTo>
                    <a:pt x="2242" y="817"/>
                    <a:pt x="2240" y="789"/>
                    <a:pt x="2237" y="758"/>
                  </a:cubicBezTo>
                  <a:cubicBezTo>
                    <a:pt x="2263" y="775"/>
                    <a:pt x="2286" y="790"/>
                    <a:pt x="2308" y="804"/>
                  </a:cubicBezTo>
                  <a:cubicBezTo>
                    <a:pt x="2284" y="769"/>
                    <a:pt x="2244" y="747"/>
                    <a:pt x="2233" y="703"/>
                  </a:cubicBezTo>
                  <a:cubicBezTo>
                    <a:pt x="2268" y="684"/>
                    <a:pt x="2287" y="685"/>
                    <a:pt x="2311" y="708"/>
                  </a:cubicBezTo>
                  <a:close/>
                  <a:moveTo>
                    <a:pt x="2196" y="942"/>
                  </a:moveTo>
                  <a:cubicBezTo>
                    <a:pt x="2172" y="989"/>
                    <a:pt x="2144" y="1035"/>
                    <a:pt x="2131" y="1092"/>
                  </a:cubicBezTo>
                  <a:cubicBezTo>
                    <a:pt x="2115" y="1064"/>
                    <a:pt x="2097" y="1038"/>
                    <a:pt x="2085" y="1009"/>
                  </a:cubicBezTo>
                  <a:cubicBezTo>
                    <a:pt x="2062" y="956"/>
                    <a:pt x="2047" y="901"/>
                    <a:pt x="2051" y="842"/>
                  </a:cubicBezTo>
                  <a:cubicBezTo>
                    <a:pt x="2055" y="774"/>
                    <a:pt x="2079" y="744"/>
                    <a:pt x="2140" y="730"/>
                  </a:cubicBezTo>
                  <a:cubicBezTo>
                    <a:pt x="2133" y="777"/>
                    <a:pt x="2120" y="822"/>
                    <a:pt x="2131" y="869"/>
                  </a:cubicBezTo>
                  <a:cubicBezTo>
                    <a:pt x="2144" y="825"/>
                    <a:pt x="2146" y="777"/>
                    <a:pt x="2171" y="737"/>
                  </a:cubicBezTo>
                  <a:cubicBezTo>
                    <a:pt x="2177" y="740"/>
                    <a:pt x="2180" y="740"/>
                    <a:pt x="2182" y="742"/>
                  </a:cubicBezTo>
                  <a:cubicBezTo>
                    <a:pt x="2185" y="743"/>
                    <a:pt x="2187" y="745"/>
                    <a:pt x="2188" y="747"/>
                  </a:cubicBezTo>
                  <a:cubicBezTo>
                    <a:pt x="2227" y="811"/>
                    <a:pt x="2231" y="876"/>
                    <a:pt x="2196" y="942"/>
                  </a:cubicBezTo>
                  <a:close/>
                  <a:moveTo>
                    <a:pt x="2186" y="341"/>
                  </a:moveTo>
                  <a:cubicBezTo>
                    <a:pt x="2172" y="318"/>
                    <a:pt x="2164" y="291"/>
                    <a:pt x="2173" y="259"/>
                  </a:cubicBezTo>
                  <a:cubicBezTo>
                    <a:pt x="2215" y="285"/>
                    <a:pt x="2254" y="309"/>
                    <a:pt x="2293" y="333"/>
                  </a:cubicBezTo>
                  <a:cubicBezTo>
                    <a:pt x="2295" y="331"/>
                    <a:pt x="2296" y="329"/>
                    <a:pt x="2298" y="327"/>
                  </a:cubicBezTo>
                  <a:cubicBezTo>
                    <a:pt x="2263" y="296"/>
                    <a:pt x="2228" y="266"/>
                    <a:pt x="2192" y="236"/>
                  </a:cubicBezTo>
                  <a:cubicBezTo>
                    <a:pt x="2221" y="214"/>
                    <a:pt x="2267" y="215"/>
                    <a:pt x="2335" y="250"/>
                  </a:cubicBezTo>
                  <a:cubicBezTo>
                    <a:pt x="2424" y="296"/>
                    <a:pt x="2477" y="372"/>
                    <a:pt x="2493" y="476"/>
                  </a:cubicBezTo>
                  <a:cubicBezTo>
                    <a:pt x="2375" y="501"/>
                    <a:pt x="2244" y="433"/>
                    <a:pt x="2186" y="341"/>
                  </a:cubicBezTo>
                  <a:close/>
                  <a:moveTo>
                    <a:pt x="3427" y="2161"/>
                  </a:moveTo>
                  <a:cubicBezTo>
                    <a:pt x="3453" y="2161"/>
                    <a:pt x="3453" y="2161"/>
                    <a:pt x="3453" y="2161"/>
                  </a:cubicBezTo>
                  <a:cubicBezTo>
                    <a:pt x="3438" y="2123"/>
                    <a:pt x="3425" y="2085"/>
                    <a:pt x="3396" y="2056"/>
                  </a:cubicBezTo>
                  <a:cubicBezTo>
                    <a:pt x="3406" y="2089"/>
                    <a:pt x="3416" y="2122"/>
                    <a:pt x="3427" y="2161"/>
                  </a:cubicBezTo>
                  <a:close/>
                  <a:moveTo>
                    <a:pt x="3373" y="1911"/>
                  </a:moveTo>
                  <a:cubicBezTo>
                    <a:pt x="3329" y="1929"/>
                    <a:pt x="3320" y="1970"/>
                    <a:pt x="3315" y="2011"/>
                  </a:cubicBezTo>
                  <a:cubicBezTo>
                    <a:pt x="3312" y="2036"/>
                    <a:pt x="3314" y="2061"/>
                    <a:pt x="3314" y="2085"/>
                  </a:cubicBezTo>
                  <a:cubicBezTo>
                    <a:pt x="3248" y="2072"/>
                    <a:pt x="3185" y="2059"/>
                    <a:pt x="3121" y="2046"/>
                  </a:cubicBezTo>
                  <a:cubicBezTo>
                    <a:pt x="3117" y="2058"/>
                    <a:pt x="3113" y="2066"/>
                    <a:pt x="3114" y="2073"/>
                  </a:cubicBezTo>
                  <a:cubicBezTo>
                    <a:pt x="3119" y="2104"/>
                    <a:pt x="3128" y="2134"/>
                    <a:pt x="3141" y="2161"/>
                  </a:cubicBezTo>
                  <a:cubicBezTo>
                    <a:pt x="3169" y="2161"/>
                    <a:pt x="3169" y="2161"/>
                    <a:pt x="3169" y="2161"/>
                  </a:cubicBezTo>
                  <a:cubicBezTo>
                    <a:pt x="3154" y="2135"/>
                    <a:pt x="3139" y="2108"/>
                    <a:pt x="3135" y="2071"/>
                  </a:cubicBezTo>
                  <a:cubicBezTo>
                    <a:pt x="3194" y="2089"/>
                    <a:pt x="3253" y="2086"/>
                    <a:pt x="3307" y="2111"/>
                  </a:cubicBezTo>
                  <a:cubicBezTo>
                    <a:pt x="3334" y="2124"/>
                    <a:pt x="3358" y="2139"/>
                    <a:pt x="3376" y="2161"/>
                  </a:cubicBezTo>
                  <a:cubicBezTo>
                    <a:pt x="3413" y="2161"/>
                    <a:pt x="3413" y="2161"/>
                    <a:pt x="3413" y="2161"/>
                  </a:cubicBezTo>
                  <a:cubicBezTo>
                    <a:pt x="3389" y="2139"/>
                    <a:pt x="3367" y="2121"/>
                    <a:pt x="3346" y="2102"/>
                  </a:cubicBezTo>
                  <a:cubicBezTo>
                    <a:pt x="3343" y="2099"/>
                    <a:pt x="3342" y="2094"/>
                    <a:pt x="3341" y="2090"/>
                  </a:cubicBezTo>
                  <a:cubicBezTo>
                    <a:pt x="3331" y="2037"/>
                    <a:pt x="3332" y="1985"/>
                    <a:pt x="3367" y="1933"/>
                  </a:cubicBezTo>
                  <a:cubicBezTo>
                    <a:pt x="3433" y="1975"/>
                    <a:pt x="3475" y="2031"/>
                    <a:pt x="3493" y="2103"/>
                  </a:cubicBezTo>
                  <a:cubicBezTo>
                    <a:pt x="3497" y="2122"/>
                    <a:pt x="3500" y="2141"/>
                    <a:pt x="3497" y="2161"/>
                  </a:cubicBezTo>
                  <a:cubicBezTo>
                    <a:pt x="3519" y="2161"/>
                    <a:pt x="3519" y="2161"/>
                    <a:pt x="3519" y="2161"/>
                  </a:cubicBezTo>
                  <a:cubicBezTo>
                    <a:pt x="3519" y="2074"/>
                    <a:pt x="3474" y="1978"/>
                    <a:pt x="3373" y="19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-1" y="3175"/>
              <a:ext cx="12191769" cy="6919008"/>
            </a:xfrm>
            <a:custGeom>
              <a:avLst/>
              <a:gdLst/>
              <a:ahLst/>
              <a:cxnLst/>
              <a:rect l="0" t="0" r="r" b="b"/>
              <a:pathLst>
                <a:path w="3840" h="2178">
                  <a:moveTo>
                    <a:pt x="224" y="0"/>
                  </a:moveTo>
                  <a:cubicBezTo>
                    <a:pt x="223" y="7"/>
                    <a:pt x="223" y="14"/>
                    <a:pt x="222" y="20"/>
                  </a:cubicBezTo>
                  <a:cubicBezTo>
                    <a:pt x="221" y="34"/>
                    <a:pt x="221" y="48"/>
                    <a:pt x="220" y="61"/>
                  </a:cubicBezTo>
                  <a:cubicBezTo>
                    <a:pt x="233" y="42"/>
                    <a:pt x="240" y="21"/>
                    <a:pt x="243" y="0"/>
                  </a:cubicBezTo>
                  <a:lnTo>
                    <a:pt x="224" y="0"/>
                  </a:lnTo>
                  <a:close/>
                  <a:moveTo>
                    <a:pt x="60" y="0"/>
                  </a:moveTo>
                  <a:cubicBezTo>
                    <a:pt x="59" y="3"/>
                    <a:pt x="58" y="6"/>
                    <a:pt x="56" y="9"/>
                  </a:cubicBezTo>
                  <a:cubicBezTo>
                    <a:pt x="60" y="6"/>
                    <a:pt x="63" y="3"/>
                    <a:pt x="67" y="0"/>
                  </a:cubicBezTo>
                  <a:lnTo>
                    <a:pt x="60" y="0"/>
                  </a:lnTo>
                  <a:close/>
                  <a:moveTo>
                    <a:pt x="1209" y="90"/>
                  </a:moveTo>
                  <a:cubicBezTo>
                    <a:pt x="1181" y="65"/>
                    <a:pt x="1167" y="33"/>
                    <a:pt x="1155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8" y="25"/>
                    <a:pt x="1148" y="50"/>
                    <a:pt x="1162" y="75"/>
                  </a:cubicBezTo>
                  <a:cubicBezTo>
                    <a:pt x="1132" y="66"/>
                    <a:pt x="1101" y="59"/>
                    <a:pt x="1072" y="46"/>
                  </a:cubicBezTo>
                  <a:cubicBezTo>
                    <a:pt x="1043" y="34"/>
                    <a:pt x="1014" y="19"/>
                    <a:pt x="989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1028" y="59"/>
                    <a:pt x="1116" y="92"/>
                    <a:pt x="1215" y="108"/>
                  </a:cubicBezTo>
                  <a:cubicBezTo>
                    <a:pt x="1212" y="99"/>
                    <a:pt x="1212" y="93"/>
                    <a:pt x="1209" y="90"/>
                  </a:cubicBezTo>
                  <a:close/>
                  <a:moveTo>
                    <a:pt x="812" y="188"/>
                  </a:moveTo>
                  <a:cubicBezTo>
                    <a:pt x="858" y="167"/>
                    <a:pt x="892" y="144"/>
                    <a:pt x="911" y="110"/>
                  </a:cubicBezTo>
                  <a:cubicBezTo>
                    <a:pt x="928" y="78"/>
                    <a:pt x="933" y="39"/>
                    <a:pt x="944" y="0"/>
                  </a:cubicBezTo>
                  <a:cubicBezTo>
                    <a:pt x="916" y="0"/>
                    <a:pt x="916" y="0"/>
                    <a:pt x="916" y="0"/>
                  </a:cubicBezTo>
                  <a:cubicBezTo>
                    <a:pt x="921" y="29"/>
                    <a:pt x="908" y="57"/>
                    <a:pt x="900" y="85"/>
                  </a:cubicBezTo>
                  <a:cubicBezTo>
                    <a:pt x="894" y="106"/>
                    <a:pt x="883" y="126"/>
                    <a:pt x="857" y="134"/>
                  </a:cubicBezTo>
                  <a:cubicBezTo>
                    <a:pt x="840" y="90"/>
                    <a:pt x="827" y="48"/>
                    <a:pt x="808" y="10"/>
                  </a:cubicBezTo>
                  <a:cubicBezTo>
                    <a:pt x="806" y="7"/>
                    <a:pt x="804" y="3"/>
                    <a:pt x="803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791" y="20"/>
                    <a:pt x="800" y="42"/>
                    <a:pt x="809" y="63"/>
                  </a:cubicBezTo>
                  <a:cubicBezTo>
                    <a:pt x="826" y="101"/>
                    <a:pt x="835" y="139"/>
                    <a:pt x="812" y="188"/>
                  </a:cubicBezTo>
                  <a:close/>
                  <a:moveTo>
                    <a:pt x="3840" y="1212"/>
                  </a:moveTo>
                  <a:cubicBezTo>
                    <a:pt x="3840" y="1188"/>
                    <a:pt x="3840" y="1188"/>
                    <a:pt x="3840" y="1188"/>
                  </a:cubicBezTo>
                  <a:cubicBezTo>
                    <a:pt x="3815" y="1174"/>
                    <a:pt x="3790" y="1162"/>
                    <a:pt x="3761" y="1158"/>
                  </a:cubicBezTo>
                  <a:cubicBezTo>
                    <a:pt x="3786" y="1178"/>
                    <a:pt x="3815" y="1192"/>
                    <a:pt x="3840" y="1212"/>
                  </a:cubicBezTo>
                  <a:close/>
                  <a:moveTo>
                    <a:pt x="1082" y="1289"/>
                  </a:moveTo>
                  <a:cubicBezTo>
                    <a:pt x="1118" y="1215"/>
                    <a:pt x="1157" y="1142"/>
                    <a:pt x="1225" y="1086"/>
                  </a:cubicBezTo>
                  <a:cubicBezTo>
                    <a:pt x="1304" y="1180"/>
                    <a:pt x="1477" y="1206"/>
                    <a:pt x="1619" y="1082"/>
                  </a:cubicBezTo>
                  <a:cubicBezTo>
                    <a:pt x="1613" y="1035"/>
                    <a:pt x="1576" y="1016"/>
                    <a:pt x="1538" y="1000"/>
                  </a:cubicBezTo>
                  <a:cubicBezTo>
                    <a:pt x="1515" y="990"/>
                    <a:pt x="1490" y="985"/>
                    <a:pt x="1467" y="979"/>
                  </a:cubicBezTo>
                  <a:cubicBezTo>
                    <a:pt x="1497" y="919"/>
                    <a:pt x="1526" y="862"/>
                    <a:pt x="1556" y="804"/>
                  </a:cubicBezTo>
                  <a:cubicBezTo>
                    <a:pt x="1545" y="797"/>
                    <a:pt x="1539" y="790"/>
                    <a:pt x="1532" y="789"/>
                  </a:cubicBezTo>
                  <a:cubicBezTo>
                    <a:pt x="1469" y="782"/>
                    <a:pt x="1408" y="794"/>
                    <a:pt x="1353" y="822"/>
                  </a:cubicBezTo>
                  <a:cubicBezTo>
                    <a:pt x="1311" y="843"/>
                    <a:pt x="1286" y="885"/>
                    <a:pt x="1260" y="923"/>
                  </a:cubicBezTo>
                  <a:cubicBezTo>
                    <a:pt x="1237" y="957"/>
                    <a:pt x="1225" y="996"/>
                    <a:pt x="1219" y="1036"/>
                  </a:cubicBezTo>
                  <a:cubicBezTo>
                    <a:pt x="1216" y="1051"/>
                    <a:pt x="1214" y="1067"/>
                    <a:pt x="1191" y="1073"/>
                  </a:cubicBezTo>
                  <a:cubicBezTo>
                    <a:pt x="1210" y="1013"/>
                    <a:pt x="1203" y="957"/>
                    <a:pt x="1188" y="901"/>
                  </a:cubicBezTo>
                  <a:cubicBezTo>
                    <a:pt x="1172" y="842"/>
                    <a:pt x="1135" y="797"/>
                    <a:pt x="1093" y="753"/>
                  </a:cubicBezTo>
                  <a:cubicBezTo>
                    <a:pt x="1035" y="812"/>
                    <a:pt x="1014" y="885"/>
                    <a:pt x="1012" y="963"/>
                  </a:cubicBezTo>
                  <a:cubicBezTo>
                    <a:pt x="1010" y="1041"/>
                    <a:pt x="1032" y="1112"/>
                    <a:pt x="1092" y="1169"/>
                  </a:cubicBezTo>
                  <a:cubicBezTo>
                    <a:pt x="1010" y="1294"/>
                    <a:pt x="968" y="1427"/>
                    <a:pt x="977" y="1577"/>
                  </a:cubicBezTo>
                  <a:cubicBezTo>
                    <a:pt x="878" y="1473"/>
                    <a:pt x="811" y="1351"/>
                    <a:pt x="752" y="1221"/>
                  </a:cubicBezTo>
                  <a:cubicBezTo>
                    <a:pt x="772" y="1204"/>
                    <a:pt x="791" y="1191"/>
                    <a:pt x="807" y="1174"/>
                  </a:cubicBezTo>
                  <a:cubicBezTo>
                    <a:pt x="859" y="1120"/>
                    <a:pt x="893" y="1055"/>
                    <a:pt x="903" y="982"/>
                  </a:cubicBezTo>
                  <a:cubicBezTo>
                    <a:pt x="909" y="947"/>
                    <a:pt x="903" y="910"/>
                    <a:pt x="900" y="874"/>
                  </a:cubicBezTo>
                  <a:cubicBezTo>
                    <a:pt x="899" y="859"/>
                    <a:pt x="887" y="854"/>
                    <a:pt x="872" y="854"/>
                  </a:cubicBezTo>
                  <a:cubicBezTo>
                    <a:pt x="833" y="852"/>
                    <a:pt x="803" y="873"/>
                    <a:pt x="773" y="894"/>
                  </a:cubicBezTo>
                  <a:cubicBezTo>
                    <a:pt x="750" y="910"/>
                    <a:pt x="731" y="933"/>
                    <a:pt x="707" y="955"/>
                  </a:cubicBezTo>
                  <a:cubicBezTo>
                    <a:pt x="690" y="892"/>
                    <a:pt x="688" y="827"/>
                    <a:pt x="684" y="758"/>
                  </a:cubicBezTo>
                  <a:cubicBezTo>
                    <a:pt x="705" y="765"/>
                    <a:pt x="723" y="773"/>
                    <a:pt x="741" y="776"/>
                  </a:cubicBezTo>
                  <a:cubicBezTo>
                    <a:pt x="787" y="782"/>
                    <a:pt x="823" y="759"/>
                    <a:pt x="852" y="729"/>
                  </a:cubicBezTo>
                  <a:cubicBezTo>
                    <a:pt x="884" y="695"/>
                    <a:pt x="906" y="654"/>
                    <a:pt x="917" y="608"/>
                  </a:cubicBezTo>
                  <a:cubicBezTo>
                    <a:pt x="922" y="583"/>
                    <a:pt x="930" y="559"/>
                    <a:pt x="937" y="535"/>
                  </a:cubicBezTo>
                  <a:cubicBezTo>
                    <a:pt x="949" y="495"/>
                    <a:pt x="967" y="460"/>
                    <a:pt x="1016" y="438"/>
                  </a:cubicBezTo>
                  <a:cubicBezTo>
                    <a:pt x="968" y="424"/>
                    <a:pt x="927" y="419"/>
                    <a:pt x="890" y="433"/>
                  </a:cubicBezTo>
                  <a:cubicBezTo>
                    <a:pt x="855" y="446"/>
                    <a:pt x="825" y="474"/>
                    <a:pt x="789" y="498"/>
                  </a:cubicBezTo>
                  <a:cubicBezTo>
                    <a:pt x="772" y="400"/>
                    <a:pt x="725" y="316"/>
                    <a:pt x="659" y="236"/>
                  </a:cubicBezTo>
                  <a:cubicBezTo>
                    <a:pt x="655" y="245"/>
                    <a:pt x="651" y="249"/>
                    <a:pt x="652" y="254"/>
                  </a:cubicBezTo>
                  <a:cubicBezTo>
                    <a:pt x="658" y="305"/>
                    <a:pt x="636" y="349"/>
                    <a:pt x="619" y="395"/>
                  </a:cubicBezTo>
                  <a:cubicBezTo>
                    <a:pt x="605" y="433"/>
                    <a:pt x="587" y="469"/>
                    <a:pt x="571" y="506"/>
                  </a:cubicBezTo>
                  <a:cubicBezTo>
                    <a:pt x="543" y="501"/>
                    <a:pt x="512" y="496"/>
                    <a:pt x="481" y="489"/>
                  </a:cubicBezTo>
                  <a:cubicBezTo>
                    <a:pt x="450" y="482"/>
                    <a:pt x="420" y="473"/>
                    <a:pt x="387" y="465"/>
                  </a:cubicBezTo>
                  <a:cubicBezTo>
                    <a:pt x="367" y="541"/>
                    <a:pt x="412" y="600"/>
                    <a:pt x="455" y="658"/>
                  </a:cubicBezTo>
                  <a:cubicBezTo>
                    <a:pt x="499" y="717"/>
                    <a:pt x="556" y="758"/>
                    <a:pt x="637" y="751"/>
                  </a:cubicBezTo>
                  <a:cubicBezTo>
                    <a:pt x="636" y="794"/>
                    <a:pt x="634" y="833"/>
                    <a:pt x="635" y="872"/>
                  </a:cubicBezTo>
                  <a:cubicBezTo>
                    <a:pt x="636" y="911"/>
                    <a:pt x="640" y="950"/>
                    <a:pt x="644" y="996"/>
                  </a:cubicBezTo>
                  <a:cubicBezTo>
                    <a:pt x="548" y="918"/>
                    <a:pt x="444" y="880"/>
                    <a:pt x="322" y="909"/>
                  </a:cubicBezTo>
                  <a:cubicBezTo>
                    <a:pt x="317" y="941"/>
                    <a:pt x="332" y="969"/>
                    <a:pt x="343" y="997"/>
                  </a:cubicBezTo>
                  <a:cubicBezTo>
                    <a:pt x="369" y="1069"/>
                    <a:pt x="424" y="1117"/>
                    <a:pt x="486" y="1157"/>
                  </a:cubicBezTo>
                  <a:cubicBezTo>
                    <a:pt x="557" y="1203"/>
                    <a:pt x="636" y="1225"/>
                    <a:pt x="719" y="1247"/>
                  </a:cubicBezTo>
                  <a:cubicBezTo>
                    <a:pt x="760" y="1355"/>
                    <a:pt x="810" y="1461"/>
                    <a:pt x="878" y="1557"/>
                  </a:cubicBezTo>
                  <a:cubicBezTo>
                    <a:pt x="945" y="1652"/>
                    <a:pt x="1022" y="1740"/>
                    <a:pt x="1098" y="1835"/>
                  </a:cubicBezTo>
                  <a:cubicBezTo>
                    <a:pt x="1068" y="1826"/>
                    <a:pt x="1041" y="1817"/>
                    <a:pt x="1015" y="1809"/>
                  </a:cubicBezTo>
                  <a:cubicBezTo>
                    <a:pt x="936" y="1649"/>
                    <a:pt x="818" y="1546"/>
                    <a:pt x="631" y="1532"/>
                  </a:cubicBezTo>
                  <a:cubicBezTo>
                    <a:pt x="626" y="1593"/>
                    <a:pt x="644" y="1644"/>
                    <a:pt x="680" y="1687"/>
                  </a:cubicBezTo>
                  <a:cubicBezTo>
                    <a:pt x="713" y="1727"/>
                    <a:pt x="753" y="1762"/>
                    <a:pt x="792" y="1802"/>
                  </a:cubicBezTo>
                  <a:cubicBezTo>
                    <a:pt x="678" y="1812"/>
                    <a:pt x="580" y="1861"/>
                    <a:pt x="481" y="1920"/>
                  </a:cubicBezTo>
                  <a:cubicBezTo>
                    <a:pt x="466" y="1912"/>
                    <a:pt x="446" y="1904"/>
                    <a:pt x="429" y="1893"/>
                  </a:cubicBezTo>
                  <a:cubicBezTo>
                    <a:pt x="351" y="1849"/>
                    <a:pt x="272" y="1856"/>
                    <a:pt x="194" y="1888"/>
                  </a:cubicBezTo>
                  <a:cubicBezTo>
                    <a:pt x="163" y="1901"/>
                    <a:pt x="133" y="1917"/>
                    <a:pt x="106" y="1937"/>
                  </a:cubicBezTo>
                  <a:cubicBezTo>
                    <a:pt x="75" y="1959"/>
                    <a:pt x="80" y="1982"/>
                    <a:pt x="115" y="2000"/>
                  </a:cubicBezTo>
                  <a:cubicBezTo>
                    <a:pt x="175" y="2030"/>
                    <a:pt x="238" y="2053"/>
                    <a:pt x="307" y="2043"/>
                  </a:cubicBezTo>
                  <a:cubicBezTo>
                    <a:pt x="308" y="2043"/>
                    <a:pt x="309" y="2045"/>
                    <a:pt x="310" y="2046"/>
                  </a:cubicBezTo>
                  <a:cubicBezTo>
                    <a:pt x="283" y="2081"/>
                    <a:pt x="259" y="2121"/>
                    <a:pt x="240" y="2161"/>
                  </a:cubicBezTo>
                  <a:cubicBezTo>
                    <a:pt x="263" y="2161"/>
                    <a:pt x="263" y="2161"/>
                    <a:pt x="263" y="2161"/>
                  </a:cubicBezTo>
                  <a:cubicBezTo>
                    <a:pt x="288" y="2111"/>
                    <a:pt x="321" y="2066"/>
                    <a:pt x="362" y="2026"/>
                  </a:cubicBezTo>
                  <a:cubicBezTo>
                    <a:pt x="374" y="2013"/>
                    <a:pt x="388" y="2016"/>
                    <a:pt x="405" y="2023"/>
                  </a:cubicBezTo>
                  <a:cubicBezTo>
                    <a:pt x="373" y="2070"/>
                    <a:pt x="342" y="2115"/>
                    <a:pt x="311" y="2161"/>
                  </a:cubicBezTo>
                  <a:cubicBezTo>
                    <a:pt x="322" y="2161"/>
                    <a:pt x="322" y="2161"/>
                    <a:pt x="322" y="2161"/>
                  </a:cubicBezTo>
                  <a:cubicBezTo>
                    <a:pt x="356" y="2122"/>
                    <a:pt x="390" y="2083"/>
                    <a:pt x="430" y="2037"/>
                  </a:cubicBezTo>
                  <a:cubicBezTo>
                    <a:pt x="433" y="2088"/>
                    <a:pt x="418" y="2127"/>
                    <a:pt x="395" y="2161"/>
                  </a:cubicBezTo>
                  <a:cubicBezTo>
                    <a:pt x="421" y="2161"/>
                    <a:pt x="421" y="2161"/>
                    <a:pt x="421" y="2161"/>
                  </a:cubicBezTo>
                  <a:cubicBezTo>
                    <a:pt x="426" y="2153"/>
                    <a:pt x="431" y="2146"/>
                    <a:pt x="437" y="2139"/>
                  </a:cubicBezTo>
                  <a:cubicBezTo>
                    <a:pt x="437" y="2138"/>
                    <a:pt x="439" y="2139"/>
                    <a:pt x="444" y="2138"/>
                  </a:cubicBezTo>
                  <a:cubicBezTo>
                    <a:pt x="446" y="2146"/>
                    <a:pt x="449" y="2153"/>
                    <a:pt x="451" y="2161"/>
                  </a:cubicBezTo>
                  <a:cubicBezTo>
                    <a:pt x="472" y="2161"/>
                    <a:pt x="472" y="2161"/>
                    <a:pt x="472" y="2161"/>
                  </a:cubicBezTo>
                  <a:cubicBezTo>
                    <a:pt x="469" y="2146"/>
                    <a:pt x="467" y="2132"/>
                    <a:pt x="467" y="2120"/>
                  </a:cubicBezTo>
                  <a:cubicBezTo>
                    <a:pt x="467" y="2088"/>
                    <a:pt x="463" y="2049"/>
                    <a:pt x="503" y="2027"/>
                  </a:cubicBezTo>
                  <a:cubicBezTo>
                    <a:pt x="525" y="2066"/>
                    <a:pt x="525" y="2108"/>
                    <a:pt x="542" y="2146"/>
                  </a:cubicBezTo>
                  <a:cubicBezTo>
                    <a:pt x="555" y="2104"/>
                    <a:pt x="533" y="2064"/>
                    <a:pt x="532" y="2021"/>
                  </a:cubicBezTo>
                  <a:cubicBezTo>
                    <a:pt x="562" y="2031"/>
                    <a:pt x="584" y="2049"/>
                    <a:pt x="594" y="2076"/>
                  </a:cubicBezTo>
                  <a:cubicBezTo>
                    <a:pt x="605" y="2104"/>
                    <a:pt x="611" y="2133"/>
                    <a:pt x="612" y="2161"/>
                  </a:cubicBezTo>
                  <a:cubicBezTo>
                    <a:pt x="634" y="2161"/>
                    <a:pt x="634" y="2161"/>
                    <a:pt x="634" y="2161"/>
                  </a:cubicBezTo>
                  <a:cubicBezTo>
                    <a:pt x="634" y="2159"/>
                    <a:pt x="633" y="2158"/>
                    <a:pt x="633" y="2157"/>
                  </a:cubicBezTo>
                  <a:cubicBezTo>
                    <a:pt x="632" y="2075"/>
                    <a:pt x="595" y="2009"/>
                    <a:pt x="525" y="1954"/>
                  </a:cubicBezTo>
                  <a:cubicBezTo>
                    <a:pt x="629" y="1898"/>
                    <a:pt x="732" y="1862"/>
                    <a:pt x="850" y="1864"/>
                  </a:cubicBezTo>
                  <a:cubicBezTo>
                    <a:pt x="765" y="1944"/>
                    <a:pt x="729" y="2037"/>
                    <a:pt x="749" y="2149"/>
                  </a:cubicBezTo>
                  <a:cubicBezTo>
                    <a:pt x="853" y="2178"/>
                    <a:pt x="1017" y="2048"/>
                    <a:pt x="1024" y="1886"/>
                  </a:cubicBezTo>
                  <a:cubicBezTo>
                    <a:pt x="1101" y="1909"/>
                    <a:pt x="1170" y="1941"/>
                    <a:pt x="1222" y="2003"/>
                  </a:cubicBezTo>
                  <a:cubicBezTo>
                    <a:pt x="1238" y="2022"/>
                    <a:pt x="1251" y="2043"/>
                    <a:pt x="1279" y="2048"/>
                  </a:cubicBezTo>
                  <a:cubicBezTo>
                    <a:pt x="1287" y="2050"/>
                    <a:pt x="1294" y="2059"/>
                    <a:pt x="1300" y="2066"/>
                  </a:cubicBezTo>
                  <a:cubicBezTo>
                    <a:pt x="1320" y="2097"/>
                    <a:pt x="1339" y="2128"/>
                    <a:pt x="1356" y="2161"/>
                  </a:cubicBezTo>
                  <a:cubicBezTo>
                    <a:pt x="1383" y="2161"/>
                    <a:pt x="1383" y="2161"/>
                    <a:pt x="1383" y="2161"/>
                  </a:cubicBezTo>
                  <a:cubicBezTo>
                    <a:pt x="1379" y="2144"/>
                    <a:pt x="1379" y="2126"/>
                    <a:pt x="1386" y="2105"/>
                  </a:cubicBezTo>
                  <a:cubicBezTo>
                    <a:pt x="1363" y="2119"/>
                    <a:pt x="1352" y="2113"/>
                    <a:pt x="1344" y="2096"/>
                  </a:cubicBezTo>
                  <a:cubicBezTo>
                    <a:pt x="1338" y="2083"/>
                    <a:pt x="1327" y="2070"/>
                    <a:pt x="1323" y="2056"/>
                  </a:cubicBezTo>
                  <a:cubicBezTo>
                    <a:pt x="1316" y="2033"/>
                    <a:pt x="1303" y="2020"/>
                    <a:pt x="1277" y="2019"/>
                  </a:cubicBezTo>
                  <a:cubicBezTo>
                    <a:pt x="1274" y="1974"/>
                    <a:pt x="1241" y="1957"/>
                    <a:pt x="1208" y="1941"/>
                  </a:cubicBezTo>
                  <a:cubicBezTo>
                    <a:pt x="1151" y="1913"/>
                    <a:pt x="1095" y="1881"/>
                    <a:pt x="1033" y="1863"/>
                  </a:cubicBezTo>
                  <a:cubicBezTo>
                    <a:pt x="1016" y="1858"/>
                    <a:pt x="1008" y="1851"/>
                    <a:pt x="1016" y="1834"/>
                  </a:cubicBezTo>
                  <a:cubicBezTo>
                    <a:pt x="1087" y="1842"/>
                    <a:pt x="1137" y="1894"/>
                    <a:pt x="1201" y="1919"/>
                  </a:cubicBezTo>
                  <a:cubicBezTo>
                    <a:pt x="1199" y="1908"/>
                    <a:pt x="1196" y="1900"/>
                    <a:pt x="1190" y="1893"/>
                  </a:cubicBezTo>
                  <a:cubicBezTo>
                    <a:pt x="1126" y="1821"/>
                    <a:pt x="1063" y="1749"/>
                    <a:pt x="998" y="1679"/>
                  </a:cubicBezTo>
                  <a:cubicBezTo>
                    <a:pt x="934" y="1610"/>
                    <a:pt x="883" y="1534"/>
                    <a:pt x="837" y="1453"/>
                  </a:cubicBezTo>
                  <a:cubicBezTo>
                    <a:pt x="829" y="1438"/>
                    <a:pt x="822" y="1421"/>
                    <a:pt x="814" y="1405"/>
                  </a:cubicBezTo>
                  <a:cubicBezTo>
                    <a:pt x="840" y="1432"/>
                    <a:pt x="857" y="1464"/>
                    <a:pt x="878" y="1494"/>
                  </a:cubicBezTo>
                  <a:cubicBezTo>
                    <a:pt x="950" y="1593"/>
                    <a:pt x="1030" y="1687"/>
                    <a:pt x="1112" y="1778"/>
                  </a:cubicBezTo>
                  <a:cubicBezTo>
                    <a:pt x="1180" y="1852"/>
                    <a:pt x="1250" y="1925"/>
                    <a:pt x="1319" y="1998"/>
                  </a:cubicBezTo>
                  <a:cubicBezTo>
                    <a:pt x="1365" y="2048"/>
                    <a:pt x="1404" y="2102"/>
                    <a:pt x="1437" y="2161"/>
                  </a:cubicBezTo>
                  <a:cubicBezTo>
                    <a:pt x="1461" y="2161"/>
                    <a:pt x="1461" y="2161"/>
                    <a:pt x="1461" y="2161"/>
                  </a:cubicBezTo>
                  <a:cubicBezTo>
                    <a:pt x="1425" y="2096"/>
                    <a:pt x="1381" y="2036"/>
                    <a:pt x="1330" y="1980"/>
                  </a:cubicBezTo>
                  <a:cubicBezTo>
                    <a:pt x="1321" y="1970"/>
                    <a:pt x="1314" y="1958"/>
                    <a:pt x="1303" y="1945"/>
                  </a:cubicBezTo>
                  <a:cubicBezTo>
                    <a:pt x="1313" y="1940"/>
                    <a:pt x="1320" y="1937"/>
                    <a:pt x="1327" y="1935"/>
                  </a:cubicBezTo>
                  <a:cubicBezTo>
                    <a:pt x="1406" y="1911"/>
                    <a:pt x="1449" y="1851"/>
                    <a:pt x="1476" y="1780"/>
                  </a:cubicBezTo>
                  <a:cubicBezTo>
                    <a:pt x="1490" y="1742"/>
                    <a:pt x="1495" y="1698"/>
                    <a:pt x="1498" y="1657"/>
                  </a:cubicBezTo>
                  <a:cubicBezTo>
                    <a:pt x="1500" y="1627"/>
                    <a:pt x="1492" y="1596"/>
                    <a:pt x="1489" y="1566"/>
                  </a:cubicBezTo>
                  <a:cubicBezTo>
                    <a:pt x="1437" y="1562"/>
                    <a:pt x="1406" y="1597"/>
                    <a:pt x="1366" y="1620"/>
                  </a:cubicBezTo>
                  <a:cubicBezTo>
                    <a:pt x="1352" y="1517"/>
                    <a:pt x="1304" y="1433"/>
                    <a:pt x="1242" y="1352"/>
                  </a:cubicBezTo>
                  <a:cubicBezTo>
                    <a:pt x="1235" y="1356"/>
                    <a:pt x="1227" y="1358"/>
                    <a:pt x="1222" y="1363"/>
                  </a:cubicBezTo>
                  <a:cubicBezTo>
                    <a:pt x="1162" y="1434"/>
                    <a:pt x="1122" y="1510"/>
                    <a:pt x="1130" y="1608"/>
                  </a:cubicBezTo>
                  <a:cubicBezTo>
                    <a:pt x="1135" y="1669"/>
                    <a:pt x="1137" y="1730"/>
                    <a:pt x="1157" y="1789"/>
                  </a:cubicBezTo>
                  <a:cubicBezTo>
                    <a:pt x="1071" y="1703"/>
                    <a:pt x="1019" y="1605"/>
                    <a:pt x="1035" y="1479"/>
                  </a:cubicBezTo>
                  <a:cubicBezTo>
                    <a:pt x="1043" y="1414"/>
                    <a:pt x="1053" y="1348"/>
                    <a:pt x="1082" y="1289"/>
                  </a:cubicBezTo>
                  <a:close/>
                  <a:moveTo>
                    <a:pt x="1599" y="1071"/>
                  </a:moveTo>
                  <a:cubicBezTo>
                    <a:pt x="1540" y="1123"/>
                    <a:pt x="1475" y="1148"/>
                    <a:pt x="1401" y="1146"/>
                  </a:cubicBezTo>
                  <a:cubicBezTo>
                    <a:pt x="1366" y="1145"/>
                    <a:pt x="1330" y="1138"/>
                    <a:pt x="1305" y="1100"/>
                  </a:cubicBezTo>
                  <a:cubicBezTo>
                    <a:pt x="1363" y="1089"/>
                    <a:pt x="1421" y="1094"/>
                    <a:pt x="1473" y="1066"/>
                  </a:cubicBezTo>
                  <a:cubicBezTo>
                    <a:pt x="1434" y="1067"/>
                    <a:pt x="1394" y="1067"/>
                    <a:pt x="1346" y="1068"/>
                  </a:cubicBezTo>
                  <a:cubicBezTo>
                    <a:pt x="1383" y="1044"/>
                    <a:pt x="1412" y="1025"/>
                    <a:pt x="1442" y="1005"/>
                  </a:cubicBezTo>
                  <a:cubicBezTo>
                    <a:pt x="1445" y="1003"/>
                    <a:pt x="1450" y="1004"/>
                    <a:pt x="1454" y="1004"/>
                  </a:cubicBezTo>
                  <a:cubicBezTo>
                    <a:pt x="1509" y="1008"/>
                    <a:pt x="1559" y="1023"/>
                    <a:pt x="1599" y="1071"/>
                  </a:cubicBezTo>
                  <a:close/>
                  <a:moveTo>
                    <a:pt x="1278" y="932"/>
                  </a:moveTo>
                  <a:cubicBezTo>
                    <a:pt x="1310" y="881"/>
                    <a:pt x="1347" y="837"/>
                    <a:pt x="1410" y="824"/>
                  </a:cubicBezTo>
                  <a:cubicBezTo>
                    <a:pt x="1446" y="817"/>
                    <a:pt x="1482" y="802"/>
                    <a:pt x="1529" y="810"/>
                  </a:cubicBezTo>
                  <a:cubicBezTo>
                    <a:pt x="1495" y="862"/>
                    <a:pt x="1483" y="920"/>
                    <a:pt x="1443" y="965"/>
                  </a:cubicBezTo>
                  <a:cubicBezTo>
                    <a:pt x="1406" y="1009"/>
                    <a:pt x="1365" y="1039"/>
                    <a:pt x="1297" y="1025"/>
                  </a:cubicBezTo>
                  <a:cubicBezTo>
                    <a:pt x="1307" y="1008"/>
                    <a:pt x="1314" y="994"/>
                    <a:pt x="1323" y="982"/>
                  </a:cubicBezTo>
                  <a:cubicBezTo>
                    <a:pt x="1332" y="970"/>
                    <a:pt x="1344" y="960"/>
                    <a:pt x="1355" y="949"/>
                  </a:cubicBezTo>
                  <a:cubicBezTo>
                    <a:pt x="1364" y="939"/>
                    <a:pt x="1374" y="929"/>
                    <a:pt x="1383" y="920"/>
                  </a:cubicBezTo>
                  <a:cubicBezTo>
                    <a:pt x="1333" y="934"/>
                    <a:pt x="1302" y="971"/>
                    <a:pt x="1272" y="1010"/>
                  </a:cubicBezTo>
                  <a:cubicBezTo>
                    <a:pt x="1255" y="979"/>
                    <a:pt x="1264" y="954"/>
                    <a:pt x="1278" y="932"/>
                  </a:cubicBezTo>
                  <a:close/>
                  <a:moveTo>
                    <a:pt x="1092" y="1084"/>
                  </a:moveTo>
                  <a:cubicBezTo>
                    <a:pt x="1060" y="1069"/>
                    <a:pt x="1049" y="1049"/>
                    <a:pt x="1042" y="1026"/>
                  </a:cubicBezTo>
                  <a:cubicBezTo>
                    <a:pt x="1029" y="977"/>
                    <a:pt x="1033" y="929"/>
                    <a:pt x="1045" y="881"/>
                  </a:cubicBezTo>
                  <a:cubicBezTo>
                    <a:pt x="1054" y="845"/>
                    <a:pt x="1066" y="812"/>
                    <a:pt x="1097" y="784"/>
                  </a:cubicBezTo>
                  <a:cubicBezTo>
                    <a:pt x="1115" y="810"/>
                    <a:pt x="1133" y="833"/>
                    <a:pt x="1147" y="858"/>
                  </a:cubicBezTo>
                  <a:cubicBezTo>
                    <a:pt x="1175" y="907"/>
                    <a:pt x="1185" y="960"/>
                    <a:pt x="1178" y="1015"/>
                  </a:cubicBezTo>
                  <a:cubicBezTo>
                    <a:pt x="1174" y="1047"/>
                    <a:pt x="1163" y="1077"/>
                    <a:pt x="1126" y="1092"/>
                  </a:cubicBezTo>
                  <a:cubicBezTo>
                    <a:pt x="1106" y="1045"/>
                    <a:pt x="1120" y="991"/>
                    <a:pt x="1090" y="949"/>
                  </a:cubicBezTo>
                  <a:cubicBezTo>
                    <a:pt x="1091" y="992"/>
                    <a:pt x="1091" y="1035"/>
                    <a:pt x="1092" y="1084"/>
                  </a:cubicBezTo>
                  <a:close/>
                  <a:moveTo>
                    <a:pt x="805" y="545"/>
                  </a:moveTo>
                  <a:cubicBezTo>
                    <a:pt x="810" y="497"/>
                    <a:pt x="850" y="480"/>
                    <a:pt x="883" y="459"/>
                  </a:cubicBezTo>
                  <a:cubicBezTo>
                    <a:pt x="901" y="447"/>
                    <a:pt x="922" y="439"/>
                    <a:pt x="947" y="449"/>
                  </a:cubicBezTo>
                  <a:cubicBezTo>
                    <a:pt x="931" y="494"/>
                    <a:pt x="914" y="534"/>
                    <a:pt x="904" y="576"/>
                  </a:cubicBezTo>
                  <a:cubicBezTo>
                    <a:pt x="895" y="611"/>
                    <a:pt x="876" y="640"/>
                    <a:pt x="855" y="668"/>
                  </a:cubicBezTo>
                  <a:cubicBezTo>
                    <a:pt x="839" y="690"/>
                    <a:pt x="816" y="704"/>
                    <a:pt x="784" y="702"/>
                  </a:cubicBezTo>
                  <a:cubicBezTo>
                    <a:pt x="799" y="676"/>
                    <a:pt x="813" y="654"/>
                    <a:pt x="827" y="631"/>
                  </a:cubicBezTo>
                  <a:cubicBezTo>
                    <a:pt x="809" y="643"/>
                    <a:pt x="795" y="658"/>
                    <a:pt x="780" y="672"/>
                  </a:cubicBezTo>
                  <a:cubicBezTo>
                    <a:pt x="766" y="686"/>
                    <a:pt x="751" y="703"/>
                    <a:pt x="725" y="694"/>
                  </a:cubicBezTo>
                  <a:cubicBezTo>
                    <a:pt x="742" y="670"/>
                    <a:pt x="758" y="648"/>
                    <a:pt x="772" y="624"/>
                  </a:cubicBezTo>
                  <a:cubicBezTo>
                    <a:pt x="787" y="599"/>
                    <a:pt x="780" y="565"/>
                    <a:pt x="805" y="545"/>
                  </a:cubicBezTo>
                  <a:close/>
                  <a:moveTo>
                    <a:pt x="516" y="688"/>
                  </a:moveTo>
                  <a:cubicBezTo>
                    <a:pt x="464" y="643"/>
                    <a:pt x="427" y="588"/>
                    <a:pt x="405" y="523"/>
                  </a:cubicBezTo>
                  <a:cubicBezTo>
                    <a:pt x="403" y="515"/>
                    <a:pt x="404" y="505"/>
                    <a:pt x="404" y="499"/>
                  </a:cubicBezTo>
                  <a:cubicBezTo>
                    <a:pt x="438" y="505"/>
                    <a:pt x="471" y="511"/>
                    <a:pt x="503" y="514"/>
                  </a:cubicBezTo>
                  <a:cubicBezTo>
                    <a:pt x="532" y="517"/>
                    <a:pt x="557" y="526"/>
                    <a:pt x="574" y="543"/>
                  </a:cubicBezTo>
                  <a:cubicBezTo>
                    <a:pt x="579" y="575"/>
                    <a:pt x="583" y="603"/>
                    <a:pt x="587" y="634"/>
                  </a:cubicBezTo>
                  <a:cubicBezTo>
                    <a:pt x="560" y="618"/>
                    <a:pt x="537" y="605"/>
                    <a:pt x="513" y="591"/>
                  </a:cubicBezTo>
                  <a:cubicBezTo>
                    <a:pt x="540" y="625"/>
                    <a:pt x="580" y="645"/>
                    <a:pt x="593" y="689"/>
                  </a:cubicBezTo>
                  <a:cubicBezTo>
                    <a:pt x="560" y="709"/>
                    <a:pt x="541" y="709"/>
                    <a:pt x="516" y="688"/>
                  </a:cubicBezTo>
                  <a:close/>
                  <a:moveTo>
                    <a:pt x="642" y="648"/>
                  </a:moveTo>
                  <a:cubicBezTo>
                    <a:pt x="640" y="646"/>
                    <a:pt x="638" y="644"/>
                    <a:pt x="636" y="642"/>
                  </a:cubicBezTo>
                  <a:cubicBezTo>
                    <a:pt x="594" y="581"/>
                    <a:pt x="587" y="516"/>
                    <a:pt x="619" y="448"/>
                  </a:cubicBezTo>
                  <a:cubicBezTo>
                    <a:pt x="641" y="400"/>
                    <a:pt x="666" y="353"/>
                    <a:pt x="677" y="295"/>
                  </a:cubicBezTo>
                  <a:cubicBezTo>
                    <a:pt x="694" y="322"/>
                    <a:pt x="713" y="348"/>
                    <a:pt x="727" y="376"/>
                  </a:cubicBezTo>
                  <a:cubicBezTo>
                    <a:pt x="752" y="428"/>
                    <a:pt x="769" y="482"/>
                    <a:pt x="769" y="541"/>
                  </a:cubicBezTo>
                  <a:cubicBezTo>
                    <a:pt x="768" y="609"/>
                    <a:pt x="746" y="641"/>
                    <a:pt x="685" y="657"/>
                  </a:cubicBezTo>
                  <a:cubicBezTo>
                    <a:pt x="690" y="610"/>
                    <a:pt x="700" y="564"/>
                    <a:pt x="688" y="518"/>
                  </a:cubicBezTo>
                  <a:cubicBezTo>
                    <a:pt x="676" y="562"/>
                    <a:pt x="677" y="610"/>
                    <a:pt x="654" y="651"/>
                  </a:cubicBezTo>
                  <a:cubicBezTo>
                    <a:pt x="648" y="649"/>
                    <a:pt x="645" y="649"/>
                    <a:pt x="642" y="648"/>
                  </a:cubicBezTo>
                  <a:close/>
                  <a:moveTo>
                    <a:pt x="675" y="1129"/>
                  </a:moveTo>
                  <a:cubicBezTo>
                    <a:pt x="632" y="1105"/>
                    <a:pt x="591" y="1083"/>
                    <a:pt x="551" y="1061"/>
                  </a:cubicBezTo>
                  <a:cubicBezTo>
                    <a:pt x="550" y="1063"/>
                    <a:pt x="548" y="1066"/>
                    <a:pt x="547" y="1068"/>
                  </a:cubicBezTo>
                  <a:cubicBezTo>
                    <a:pt x="584" y="1096"/>
                    <a:pt x="620" y="1125"/>
                    <a:pt x="657" y="1153"/>
                  </a:cubicBezTo>
                  <a:cubicBezTo>
                    <a:pt x="630" y="1176"/>
                    <a:pt x="584" y="1178"/>
                    <a:pt x="514" y="1147"/>
                  </a:cubicBezTo>
                  <a:cubicBezTo>
                    <a:pt x="422" y="1105"/>
                    <a:pt x="366" y="1031"/>
                    <a:pt x="345" y="928"/>
                  </a:cubicBezTo>
                  <a:cubicBezTo>
                    <a:pt x="462" y="897"/>
                    <a:pt x="596" y="959"/>
                    <a:pt x="658" y="1048"/>
                  </a:cubicBezTo>
                  <a:cubicBezTo>
                    <a:pt x="673" y="1070"/>
                    <a:pt x="683" y="1097"/>
                    <a:pt x="675" y="1129"/>
                  </a:cubicBezTo>
                  <a:close/>
                  <a:moveTo>
                    <a:pt x="679" y="1020"/>
                  </a:moveTo>
                  <a:cubicBezTo>
                    <a:pt x="655" y="949"/>
                    <a:pt x="652" y="880"/>
                    <a:pt x="660" y="810"/>
                  </a:cubicBezTo>
                  <a:cubicBezTo>
                    <a:pt x="687" y="930"/>
                    <a:pt x="693" y="985"/>
                    <a:pt x="679" y="1020"/>
                  </a:cubicBezTo>
                  <a:close/>
                  <a:moveTo>
                    <a:pt x="720" y="989"/>
                  </a:moveTo>
                  <a:cubicBezTo>
                    <a:pt x="729" y="972"/>
                    <a:pt x="738" y="954"/>
                    <a:pt x="751" y="940"/>
                  </a:cubicBezTo>
                  <a:cubicBezTo>
                    <a:pt x="783" y="906"/>
                    <a:pt x="820" y="879"/>
                    <a:pt x="870" y="874"/>
                  </a:cubicBezTo>
                  <a:cubicBezTo>
                    <a:pt x="915" y="968"/>
                    <a:pt x="845" y="1144"/>
                    <a:pt x="763" y="1146"/>
                  </a:cubicBezTo>
                  <a:cubicBezTo>
                    <a:pt x="753" y="1085"/>
                    <a:pt x="788" y="1034"/>
                    <a:pt x="805" y="972"/>
                  </a:cubicBezTo>
                  <a:cubicBezTo>
                    <a:pt x="762" y="1016"/>
                    <a:pt x="756" y="1070"/>
                    <a:pt x="734" y="1119"/>
                  </a:cubicBezTo>
                  <a:cubicBezTo>
                    <a:pt x="698" y="1075"/>
                    <a:pt x="698" y="1033"/>
                    <a:pt x="720" y="989"/>
                  </a:cubicBezTo>
                  <a:close/>
                  <a:moveTo>
                    <a:pt x="110" y="1967"/>
                  </a:moveTo>
                  <a:cubicBezTo>
                    <a:pt x="161" y="1899"/>
                    <a:pt x="320" y="1875"/>
                    <a:pt x="383" y="1923"/>
                  </a:cubicBezTo>
                  <a:cubicBezTo>
                    <a:pt x="335" y="1930"/>
                    <a:pt x="285" y="1936"/>
                    <a:pt x="236" y="1943"/>
                  </a:cubicBezTo>
                  <a:cubicBezTo>
                    <a:pt x="236" y="1946"/>
                    <a:pt x="236" y="1948"/>
                    <a:pt x="236" y="1951"/>
                  </a:cubicBezTo>
                  <a:cubicBezTo>
                    <a:pt x="291" y="1956"/>
                    <a:pt x="347" y="1936"/>
                    <a:pt x="403" y="1954"/>
                  </a:cubicBezTo>
                  <a:cubicBezTo>
                    <a:pt x="319" y="2053"/>
                    <a:pt x="201" y="2037"/>
                    <a:pt x="110" y="1967"/>
                  </a:cubicBezTo>
                  <a:close/>
                  <a:moveTo>
                    <a:pt x="649" y="1555"/>
                  </a:moveTo>
                  <a:cubicBezTo>
                    <a:pt x="656" y="1555"/>
                    <a:pt x="663" y="1554"/>
                    <a:pt x="670" y="1555"/>
                  </a:cubicBezTo>
                  <a:cubicBezTo>
                    <a:pt x="681" y="1556"/>
                    <a:pt x="692" y="1558"/>
                    <a:pt x="703" y="1560"/>
                  </a:cubicBezTo>
                  <a:cubicBezTo>
                    <a:pt x="797" y="1581"/>
                    <a:pt x="866" y="1637"/>
                    <a:pt x="917" y="1716"/>
                  </a:cubicBezTo>
                  <a:cubicBezTo>
                    <a:pt x="924" y="1727"/>
                    <a:pt x="925" y="1742"/>
                    <a:pt x="929" y="1756"/>
                  </a:cubicBezTo>
                  <a:cubicBezTo>
                    <a:pt x="927" y="1757"/>
                    <a:pt x="924" y="1758"/>
                    <a:pt x="922" y="1759"/>
                  </a:cubicBezTo>
                  <a:cubicBezTo>
                    <a:pt x="872" y="1725"/>
                    <a:pt x="822" y="1691"/>
                    <a:pt x="771" y="1657"/>
                  </a:cubicBezTo>
                  <a:cubicBezTo>
                    <a:pt x="810" y="1714"/>
                    <a:pt x="877" y="1739"/>
                    <a:pt x="919" y="1799"/>
                  </a:cubicBezTo>
                  <a:cubicBezTo>
                    <a:pt x="798" y="1814"/>
                    <a:pt x="651" y="1668"/>
                    <a:pt x="649" y="1555"/>
                  </a:cubicBezTo>
                  <a:close/>
                  <a:moveTo>
                    <a:pt x="702" y="1860"/>
                  </a:moveTo>
                  <a:cubicBezTo>
                    <a:pt x="649" y="1873"/>
                    <a:pt x="599" y="1895"/>
                    <a:pt x="541" y="1915"/>
                  </a:cubicBezTo>
                  <a:cubicBezTo>
                    <a:pt x="622" y="1854"/>
                    <a:pt x="803" y="1801"/>
                    <a:pt x="864" y="1834"/>
                  </a:cubicBezTo>
                  <a:cubicBezTo>
                    <a:pt x="811" y="1842"/>
                    <a:pt x="756" y="1847"/>
                    <a:pt x="702" y="1860"/>
                  </a:cubicBezTo>
                  <a:close/>
                  <a:moveTo>
                    <a:pt x="941" y="2041"/>
                  </a:moveTo>
                  <a:cubicBezTo>
                    <a:pt x="899" y="2100"/>
                    <a:pt x="835" y="2121"/>
                    <a:pt x="768" y="2137"/>
                  </a:cubicBezTo>
                  <a:cubicBezTo>
                    <a:pt x="752" y="2030"/>
                    <a:pt x="812" y="1900"/>
                    <a:pt x="886" y="1877"/>
                  </a:cubicBezTo>
                  <a:cubicBezTo>
                    <a:pt x="901" y="1880"/>
                    <a:pt x="916" y="1882"/>
                    <a:pt x="932" y="1886"/>
                  </a:cubicBezTo>
                  <a:cubicBezTo>
                    <a:pt x="917" y="1940"/>
                    <a:pt x="879" y="1978"/>
                    <a:pt x="851" y="2027"/>
                  </a:cubicBezTo>
                  <a:cubicBezTo>
                    <a:pt x="891" y="2002"/>
                    <a:pt x="925" y="1962"/>
                    <a:pt x="953" y="1907"/>
                  </a:cubicBezTo>
                  <a:cubicBezTo>
                    <a:pt x="971" y="1960"/>
                    <a:pt x="968" y="2002"/>
                    <a:pt x="941" y="2041"/>
                  </a:cubicBezTo>
                  <a:close/>
                  <a:moveTo>
                    <a:pt x="1413" y="1690"/>
                  </a:moveTo>
                  <a:cubicBezTo>
                    <a:pt x="1401" y="1713"/>
                    <a:pt x="1393" y="1729"/>
                    <a:pt x="1384" y="1746"/>
                  </a:cubicBezTo>
                  <a:cubicBezTo>
                    <a:pt x="1358" y="1660"/>
                    <a:pt x="1384" y="1612"/>
                    <a:pt x="1468" y="1588"/>
                  </a:cubicBezTo>
                  <a:cubicBezTo>
                    <a:pt x="1483" y="1633"/>
                    <a:pt x="1481" y="1680"/>
                    <a:pt x="1467" y="1738"/>
                  </a:cubicBezTo>
                  <a:cubicBezTo>
                    <a:pt x="1457" y="1777"/>
                    <a:pt x="1445" y="1814"/>
                    <a:pt x="1416" y="1842"/>
                  </a:cubicBezTo>
                  <a:cubicBezTo>
                    <a:pt x="1393" y="1865"/>
                    <a:pt x="1377" y="1870"/>
                    <a:pt x="1347" y="1863"/>
                  </a:cubicBezTo>
                  <a:cubicBezTo>
                    <a:pt x="1360" y="1805"/>
                    <a:pt x="1417" y="1764"/>
                    <a:pt x="1413" y="1690"/>
                  </a:cubicBezTo>
                  <a:close/>
                  <a:moveTo>
                    <a:pt x="1154" y="1679"/>
                  </a:moveTo>
                  <a:cubicBezTo>
                    <a:pt x="1151" y="1656"/>
                    <a:pt x="1152" y="1632"/>
                    <a:pt x="1149" y="1608"/>
                  </a:cubicBezTo>
                  <a:cubicBezTo>
                    <a:pt x="1141" y="1518"/>
                    <a:pt x="1180" y="1447"/>
                    <a:pt x="1235" y="1377"/>
                  </a:cubicBezTo>
                  <a:cubicBezTo>
                    <a:pt x="1255" y="1404"/>
                    <a:pt x="1274" y="1428"/>
                    <a:pt x="1289" y="1454"/>
                  </a:cubicBezTo>
                  <a:cubicBezTo>
                    <a:pt x="1345" y="1550"/>
                    <a:pt x="1359" y="1654"/>
                    <a:pt x="1338" y="1761"/>
                  </a:cubicBezTo>
                  <a:cubicBezTo>
                    <a:pt x="1333" y="1787"/>
                    <a:pt x="1315" y="1809"/>
                    <a:pt x="1282" y="1815"/>
                  </a:cubicBezTo>
                  <a:cubicBezTo>
                    <a:pt x="1262" y="1748"/>
                    <a:pt x="1241" y="1681"/>
                    <a:pt x="1236" y="1601"/>
                  </a:cubicBezTo>
                  <a:cubicBezTo>
                    <a:pt x="1231" y="1619"/>
                    <a:pt x="1226" y="1629"/>
                    <a:pt x="1227" y="1637"/>
                  </a:cubicBezTo>
                  <a:cubicBezTo>
                    <a:pt x="1233" y="1698"/>
                    <a:pt x="1241" y="1758"/>
                    <a:pt x="1250" y="1824"/>
                  </a:cubicBezTo>
                  <a:cubicBezTo>
                    <a:pt x="1241" y="1819"/>
                    <a:pt x="1233" y="1817"/>
                    <a:pt x="1227" y="1812"/>
                  </a:cubicBezTo>
                  <a:cubicBezTo>
                    <a:pt x="1188" y="1776"/>
                    <a:pt x="1161" y="1733"/>
                    <a:pt x="1154" y="1679"/>
                  </a:cubicBezTo>
                  <a:close/>
                  <a:moveTo>
                    <a:pt x="1013" y="1455"/>
                  </a:moveTo>
                  <a:cubicBezTo>
                    <a:pt x="1010" y="1402"/>
                    <a:pt x="1029" y="1332"/>
                    <a:pt x="1053" y="1293"/>
                  </a:cubicBezTo>
                  <a:cubicBezTo>
                    <a:pt x="1039" y="1350"/>
                    <a:pt x="1026" y="1403"/>
                    <a:pt x="1013" y="1455"/>
                  </a:cubicBezTo>
                  <a:close/>
                  <a:moveTo>
                    <a:pt x="164" y="262"/>
                  </a:moveTo>
                  <a:cubicBezTo>
                    <a:pt x="177" y="260"/>
                    <a:pt x="186" y="261"/>
                    <a:pt x="192" y="257"/>
                  </a:cubicBezTo>
                  <a:cubicBezTo>
                    <a:pt x="245" y="221"/>
                    <a:pt x="283" y="172"/>
                    <a:pt x="307" y="115"/>
                  </a:cubicBezTo>
                  <a:cubicBezTo>
                    <a:pt x="322" y="79"/>
                    <a:pt x="319" y="39"/>
                    <a:pt x="314" y="0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301" y="53"/>
                    <a:pt x="298" y="105"/>
                    <a:pt x="262" y="151"/>
                  </a:cubicBezTo>
                  <a:cubicBezTo>
                    <a:pt x="239" y="180"/>
                    <a:pt x="222" y="214"/>
                    <a:pt x="181" y="239"/>
                  </a:cubicBezTo>
                  <a:cubicBezTo>
                    <a:pt x="172" y="178"/>
                    <a:pt x="144" y="126"/>
                    <a:pt x="145" y="66"/>
                  </a:cubicBezTo>
                  <a:cubicBezTo>
                    <a:pt x="145" y="42"/>
                    <a:pt x="147" y="20"/>
                    <a:pt x="153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6" y="12"/>
                    <a:pt x="123" y="23"/>
                    <a:pt x="119" y="34"/>
                  </a:cubicBezTo>
                  <a:cubicBezTo>
                    <a:pt x="118" y="38"/>
                    <a:pt x="114" y="41"/>
                    <a:pt x="111" y="43"/>
                  </a:cubicBezTo>
                  <a:cubicBezTo>
                    <a:pt x="77" y="68"/>
                    <a:pt x="42" y="86"/>
                    <a:pt x="0" y="8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7" y="111"/>
                    <a:pt x="34" y="106"/>
                    <a:pt x="51" y="101"/>
                  </a:cubicBezTo>
                  <a:cubicBezTo>
                    <a:pt x="74" y="93"/>
                    <a:pt x="96" y="81"/>
                    <a:pt x="118" y="71"/>
                  </a:cubicBezTo>
                  <a:cubicBezTo>
                    <a:pt x="134" y="136"/>
                    <a:pt x="149" y="198"/>
                    <a:pt x="164" y="262"/>
                  </a:cubicBezTo>
                  <a:close/>
                  <a:moveTo>
                    <a:pt x="3840" y="929"/>
                  </a:moveTo>
                  <a:cubicBezTo>
                    <a:pt x="3840" y="897"/>
                    <a:pt x="3840" y="897"/>
                    <a:pt x="3840" y="897"/>
                  </a:cubicBezTo>
                  <a:cubicBezTo>
                    <a:pt x="3827" y="878"/>
                    <a:pt x="3819" y="855"/>
                    <a:pt x="3819" y="825"/>
                  </a:cubicBezTo>
                  <a:cubicBezTo>
                    <a:pt x="3787" y="863"/>
                    <a:pt x="3766" y="900"/>
                    <a:pt x="3764" y="939"/>
                  </a:cubicBezTo>
                  <a:cubicBezTo>
                    <a:pt x="3762" y="976"/>
                    <a:pt x="3776" y="1015"/>
                    <a:pt x="3784" y="1057"/>
                  </a:cubicBezTo>
                  <a:cubicBezTo>
                    <a:pt x="3687" y="1034"/>
                    <a:pt x="3591" y="1043"/>
                    <a:pt x="3492" y="1073"/>
                  </a:cubicBezTo>
                  <a:cubicBezTo>
                    <a:pt x="3498" y="1079"/>
                    <a:pt x="3501" y="1085"/>
                    <a:pt x="3505" y="1086"/>
                  </a:cubicBezTo>
                  <a:cubicBezTo>
                    <a:pt x="3554" y="1101"/>
                    <a:pt x="3586" y="1139"/>
                    <a:pt x="3621" y="1172"/>
                  </a:cubicBezTo>
                  <a:cubicBezTo>
                    <a:pt x="3650" y="1200"/>
                    <a:pt x="3677" y="1231"/>
                    <a:pt x="3705" y="1261"/>
                  </a:cubicBezTo>
                  <a:cubicBezTo>
                    <a:pt x="3689" y="1284"/>
                    <a:pt x="3671" y="1310"/>
                    <a:pt x="3653" y="1336"/>
                  </a:cubicBezTo>
                  <a:cubicBezTo>
                    <a:pt x="3634" y="1361"/>
                    <a:pt x="3614" y="1386"/>
                    <a:pt x="3593" y="1413"/>
                  </a:cubicBezTo>
                  <a:cubicBezTo>
                    <a:pt x="3655" y="1462"/>
                    <a:pt x="3727" y="1444"/>
                    <a:pt x="3797" y="1428"/>
                  </a:cubicBezTo>
                  <a:cubicBezTo>
                    <a:pt x="3812" y="1424"/>
                    <a:pt x="3826" y="1420"/>
                    <a:pt x="3840" y="1415"/>
                  </a:cubicBezTo>
                  <a:cubicBezTo>
                    <a:pt x="3840" y="1388"/>
                    <a:pt x="3840" y="1388"/>
                    <a:pt x="3840" y="1388"/>
                  </a:cubicBezTo>
                  <a:cubicBezTo>
                    <a:pt x="3781" y="1415"/>
                    <a:pt x="3719" y="1425"/>
                    <a:pt x="3654" y="1419"/>
                  </a:cubicBezTo>
                  <a:cubicBezTo>
                    <a:pt x="3645" y="1418"/>
                    <a:pt x="3637" y="1413"/>
                    <a:pt x="3632" y="1411"/>
                  </a:cubicBezTo>
                  <a:cubicBezTo>
                    <a:pt x="3650" y="1382"/>
                    <a:pt x="3668" y="1355"/>
                    <a:pt x="3685" y="1326"/>
                  </a:cubicBezTo>
                  <a:cubicBezTo>
                    <a:pt x="3699" y="1301"/>
                    <a:pt x="3717" y="1281"/>
                    <a:pt x="3740" y="1273"/>
                  </a:cubicBezTo>
                  <a:cubicBezTo>
                    <a:pt x="3771" y="1281"/>
                    <a:pt x="3798" y="1288"/>
                    <a:pt x="3828" y="1296"/>
                  </a:cubicBezTo>
                  <a:cubicBezTo>
                    <a:pt x="3803" y="1315"/>
                    <a:pt x="3781" y="1331"/>
                    <a:pt x="3759" y="1347"/>
                  </a:cubicBezTo>
                  <a:cubicBezTo>
                    <a:pt x="3788" y="1340"/>
                    <a:pt x="3813" y="1324"/>
                    <a:pt x="3840" y="1317"/>
                  </a:cubicBezTo>
                  <a:cubicBezTo>
                    <a:pt x="3840" y="1257"/>
                    <a:pt x="3840" y="1257"/>
                    <a:pt x="3840" y="1257"/>
                  </a:cubicBezTo>
                  <a:cubicBezTo>
                    <a:pt x="3773" y="1266"/>
                    <a:pt x="3716" y="1246"/>
                    <a:pt x="3670" y="1194"/>
                  </a:cubicBezTo>
                  <a:cubicBezTo>
                    <a:pt x="3635" y="1154"/>
                    <a:pt x="3602" y="1112"/>
                    <a:pt x="3553" y="1080"/>
                  </a:cubicBezTo>
                  <a:cubicBezTo>
                    <a:pt x="3584" y="1075"/>
                    <a:pt x="3615" y="1068"/>
                    <a:pt x="3647" y="1066"/>
                  </a:cubicBezTo>
                  <a:cubicBezTo>
                    <a:pt x="3704" y="1063"/>
                    <a:pt x="3761" y="1069"/>
                    <a:pt x="3815" y="1093"/>
                  </a:cubicBezTo>
                  <a:cubicBezTo>
                    <a:pt x="3824" y="1097"/>
                    <a:pt x="3832" y="1102"/>
                    <a:pt x="3840" y="1106"/>
                  </a:cubicBezTo>
                  <a:cubicBezTo>
                    <a:pt x="3840" y="1076"/>
                    <a:pt x="3840" y="1076"/>
                    <a:pt x="3840" y="1076"/>
                  </a:cubicBezTo>
                  <a:cubicBezTo>
                    <a:pt x="3837" y="1071"/>
                    <a:pt x="3835" y="1067"/>
                    <a:pt x="3833" y="1061"/>
                  </a:cubicBezTo>
                  <a:cubicBezTo>
                    <a:pt x="3791" y="1038"/>
                    <a:pt x="3791" y="994"/>
                    <a:pt x="3785" y="955"/>
                  </a:cubicBezTo>
                  <a:cubicBezTo>
                    <a:pt x="3782" y="934"/>
                    <a:pt x="3783" y="912"/>
                    <a:pt x="3802" y="893"/>
                  </a:cubicBezTo>
                  <a:cubicBezTo>
                    <a:pt x="3815" y="905"/>
                    <a:pt x="3828" y="917"/>
                    <a:pt x="3840" y="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4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49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3175" y="0"/>
            <a:ext cx="12184063" cy="6911975"/>
          </a:xfrm>
          <a:custGeom>
            <a:avLst/>
            <a:gdLst/>
            <a:ahLst/>
            <a:cxnLst/>
            <a:rect l="0" t="0" r="r" b="b"/>
            <a:pathLst>
              <a:path w="3840" h="2177">
                <a:moveTo>
                  <a:pt x="813" y="187"/>
                </a:moveTo>
                <a:cubicBezTo>
                  <a:pt x="858" y="167"/>
                  <a:pt x="893" y="143"/>
                  <a:pt x="911" y="109"/>
                </a:cubicBezTo>
                <a:cubicBezTo>
                  <a:pt x="929" y="77"/>
                  <a:pt x="934" y="39"/>
                  <a:pt x="944" y="0"/>
                </a:cubicBezTo>
                <a:cubicBezTo>
                  <a:pt x="916" y="0"/>
                  <a:pt x="916" y="0"/>
                  <a:pt x="916" y="0"/>
                </a:cubicBezTo>
                <a:cubicBezTo>
                  <a:pt x="921" y="28"/>
                  <a:pt x="908" y="57"/>
                  <a:pt x="900" y="85"/>
                </a:cubicBezTo>
                <a:cubicBezTo>
                  <a:pt x="894" y="105"/>
                  <a:pt x="883" y="125"/>
                  <a:pt x="857" y="134"/>
                </a:cubicBezTo>
                <a:cubicBezTo>
                  <a:pt x="840" y="89"/>
                  <a:pt x="827" y="48"/>
                  <a:pt x="808" y="10"/>
                </a:cubicBezTo>
                <a:cubicBezTo>
                  <a:pt x="806" y="6"/>
                  <a:pt x="805" y="3"/>
                  <a:pt x="803" y="0"/>
                </a:cubicBezTo>
                <a:cubicBezTo>
                  <a:pt x="781" y="0"/>
                  <a:pt x="781" y="0"/>
                  <a:pt x="781" y="0"/>
                </a:cubicBezTo>
                <a:cubicBezTo>
                  <a:pt x="791" y="20"/>
                  <a:pt x="800" y="41"/>
                  <a:pt x="809" y="62"/>
                </a:cubicBezTo>
                <a:cubicBezTo>
                  <a:pt x="826" y="100"/>
                  <a:pt x="835" y="139"/>
                  <a:pt x="813" y="187"/>
                </a:cubicBezTo>
                <a:close/>
                <a:moveTo>
                  <a:pt x="1209" y="90"/>
                </a:moveTo>
                <a:cubicBezTo>
                  <a:pt x="1182" y="65"/>
                  <a:pt x="1168" y="33"/>
                  <a:pt x="1156" y="0"/>
                </a:cubicBezTo>
                <a:cubicBezTo>
                  <a:pt x="1130" y="0"/>
                  <a:pt x="1130" y="0"/>
                  <a:pt x="1130" y="0"/>
                </a:cubicBezTo>
                <a:cubicBezTo>
                  <a:pt x="1138" y="25"/>
                  <a:pt x="1149" y="50"/>
                  <a:pt x="1163" y="75"/>
                </a:cubicBezTo>
                <a:cubicBezTo>
                  <a:pt x="1133" y="65"/>
                  <a:pt x="1102" y="58"/>
                  <a:pt x="1073" y="46"/>
                </a:cubicBezTo>
                <a:cubicBezTo>
                  <a:pt x="1043" y="33"/>
                  <a:pt x="1015" y="18"/>
                  <a:pt x="989" y="0"/>
                </a:cubicBezTo>
                <a:cubicBezTo>
                  <a:pt x="952" y="0"/>
                  <a:pt x="952" y="0"/>
                  <a:pt x="952" y="0"/>
                </a:cubicBezTo>
                <a:cubicBezTo>
                  <a:pt x="1028" y="59"/>
                  <a:pt x="1116" y="91"/>
                  <a:pt x="1215" y="108"/>
                </a:cubicBezTo>
                <a:cubicBezTo>
                  <a:pt x="1212" y="99"/>
                  <a:pt x="1212" y="93"/>
                  <a:pt x="1209" y="90"/>
                </a:cubicBezTo>
                <a:close/>
                <a:moveTo>
                  <a:pt x="1306" y="346"/>
                </a:moveTo>
                <a:cubicBezTo>
                  <a:pt x="1328" y="357"/>
                  <a:pt x="1352" y="362"/>
                  <a:pt x="1375" y="370"/>
                </a:cubicBezTo>
                <a:cubicBezTo>
                  <a:pt x="1342" y="428"/>
                  <a:pt x="1310" y="484"/>
                  <a:pt x="1277" y="541"/>
                </a:cubicBezTo>
                <a:cubicBezTo>
                  <a:pt x="1288" y="548"/>
                  <a:pt x="1294" y="555"/>
                  <a:pt x="1301" y="556"/>
                </a:cubicBezTo>
                <a:cubicBezTo>
                  <a:pt x="1364" y="567"/>
                  <a:pt x="1425" y="557"/>
                  <a:pt x="1482" y="532"/>
                </a:cubicBezTo>
                <a:cubicBezTo>
                  <a:pt x="1524" y="513"/>
                  <a:pt x="1551" y="473"/>
                  <a:pt x="1579" y="436"/>
                </a:cubicBezTo>
                <a:cubicBezTo>
                  <a:pt x="1604" y="403"/>
                  <a:pt x="1617" y="365"/>
                  <a:pt x="1626" y="325"/>
                </a:cubicBezTo>
                <a:cubicBezTo>
                  <a:pt x="1629" y="310"/>
                  <a:pt x="1632" y="295"/>
                  <a:pt x="1656" y="290"/>
                </a:cubicBezTo>
                <a:cubicBezTo>
                  <a:pt x="1634" y="348"/>
                  <a:pt x="1638" y="405"/>
                  <a:pt x="1650" y="462"/>
                </a:cubicBezTo>
                <a:cubicBezTo>
                  <a:pt x="1663" y="521"/>
                  <a:pt x="1697" y="568"/>
                  <a:pt x="1738" y="614"/>
                </a:cubicBezTo>
                <a:cubicBezTo>
                  <a:pt x="1799" y="558"/>
                  <a:pt x="1823" y="487"/>
                  <a:pt x="1829" y="408"/>
                </a:cubicBezTo>
                <a:cubicBezTo>
                  <a:pt x="1834" y="330"/>
                  <a:pt x="1816" y="259"/>
                  <a:pt x="1759" y="199"/>
                </a:cubicBezTo>
                <a:cubicBezTo>
                  <a:pt x="1805" y="136"/>
                  <a:pt x="1840" y="70"/>
                  <a:pt x="1863" y="0"/>
                </a:cubicBezTo>
                <a:cubicBezTo>
                  <a:pt x="1839" y="0"/>
                  <a:pt x="1839" y="0"/>
                  <a:pt x="1839" y="0"/>
                </a:cubicBezTo>
                <a:cubicBezTo>
                  <a:pt x="1830" y="29"/>
                  <a:pt x="1817" y="57"/>
                  <a:pt x="1804" y="77"/>
                </a:cubicBezTo>
                <a:cubicBezTo>
                  <a:pt x="1812" y="50"/>
                  <a:pt x="1819" y="25"/>
                  <a:pt x="1827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799" y="27"/>
                  <a:pt x="1789" y="54"/>
                  <a:pt x="1775" y="79"/>
                </a:cubicBezTo>
                <a:cubicBezTo>
                  <a:pt x="1736" y="151"/>
                  <a:pt x="1693" y="222"/>
                  <a:pt x="1622" y="275"/>
                </a:cubicBezTo>
                <a:cubicBezTo>
                  <a:pt x="1548" y="177"/>
                  <a:pt x="1376" y="143"/>
                  <a:pt x="1228" y="259"/>
                </a:cubicBezTo>
                <a:cubicBezTo>
                  <a:pt x="1232" y="307"/>
                  <a:pt x="1268" y="328"/>
                  <a:pt x="1306" y="346"/>
                </a:cubicBezTo>
                <a:close/>
                <a:moveTo>
                  <a:pt x="1665" y="348"/>
                </a:moveTo>
                <a:cubicBezTo>
                  <a:pt x="1671" y="316"/>
                  <a:pt x="1683" y="287"/>
                  <a:pt x="1722" y="274"/>
                </a:cubicBezTo>
                <a:cubicBezTo>
                  <a:pt x="1739" y="322"/>
                  <a:pt x="1722" y="375"/>
                  <a:pt x="1750" y="418"/>
                </a:cubicBezTo>
                <a:cubicBezTo>
                  <a:pt x="1752" y="375"/>
                  <a:pt x="1753" y="333"/>
                  <a:pt x="1755" y="284"/>
                </a:cubicBezTo>
                <a:cubicBezTo>
                  <a:pt x="1786" y="300"/>
                  <a:pt x="1796" y="320"/>
                  <a:pt x="1802" y="344"/>
                </a:cubicBezTo>
                <a:cubicBezTo>
                  <a:pt x="1813" y="394"/>
                  <a:pt x="1806" y="441"/>
                  <a:pt x="1792" y="489"/>
                </a:cubicBezTo>
                <a:cubicBezTo>
                  <a:pt x="1781" y="524"/>
                  <a:pt x="1767" y="556"/>
                  <a:pt x="1735" y="583"/>
                </a:cubicBezTo>
                <a:cubicBezTo>
                  <a:pt x="1718" y="556"/>
                  <a:pt x="1702" y="532"/>
                  <a:pt x="1689" y="507"/>
                </a:cubicBezTo>
                <a:cubicBezTo>
                  <a:pt x="1663" y="457"/>
                  <a:pt x="1656" y="403"/>
                  <a:pt x="1665" y="348"/>
                </a:cubicBezTo>
                <a:close/>
                <a:moveTo>
                  <a:pt x="1572" y="348"/>
                </a:moveTo>
                <a:cubicBezTo>
                  <a:pt x="1587" y="380"/>
                  <a:pt x="1576" y="405"/>
                  <a:pt x="1561" y="426"/>
                </a:cubicBezTo>
                <a:cubicBezTo>
                  <a:pt x="1527" y="475"/>
                  <a:pt x="1488" y="518"/>
                  <a:pt x="1424" y="527"/>
                </a:cubicBezTo>
                <a:cubicBezTo>
                  <a:pt x="1388" y="533"/>
                  <a:pt x="1352" y="546"/>
                  <a:pt x="1305" y="536"/>
                </a:cubicBezTo>
                <a:cubicBezTo>
                  <a:pt x="1341" y="485"/>
                  <a:pt x="1357" y="428"/>
                  <a:pt x="1398" y="385"/>
                </a:cubicBezTo>
                <a:cubicBezTo>
                  <a:pt x="1438" y="344"/>
                  <a:pt x="1480" y="315"/>
                  <a:pt x="1547" y="332"/>
                </a:cubicBezTo>
                <a:cubicBezTo>
                  <a:pt x="1536" y="349"/>
                  <a:pt x="1529" y="363"/>
                  <a:pt x="1519" y="374"/>
                </a:cubicBezTo>
                <a:cubicBezTo>
                  <a:pt x="1509" y="386"/>
                  <a:pt x="1497" y="395"/>
                  <a:pt x="1485" y="405"/>
                </a:cubicBezTo>
                <a:cubicBezTo>
                  <a:pt x="1476" y="415"/>
                  <a:pt x="1466" y="424"/>
                  <a:pt x="1456" y="433"/>
                </a:cubicBezTo>
                <a:cubicBezTo>
                  <a:pt x="1506" y="421"/>
                  <a:pt x="1539" y="386"/>
                  <a:pt x="1572" y="348"/>
                </a:cubicBezTo>
                <a:close/>
                <a:moveTo>
                  <a:pt x="1449" y="206"/>
                </a:moveTo>
                <a:cubicBezTo>
                  <a:pt x="1484" y="209"/>
                  <a:pt x="1520" y="218"/>
                  <a:pt x="1543" y="257"/>
                </a:cubicBezTo>
                <a:cubicBezTo>
                  <a:pt x="1484" y="266"/>
                  <a:pt x="1426" y="258"/>
                  <a:pt x="1373" y="283"/>
                </a:cubicBezTo>
                <a:cubicBezTo>
                  <a:pt x="1412" y="284"/>
                  <a:pt x="1452" y="285"/>
                  <a:pt x="1500" y="287"/>
                </a:cubicBezTo>
                <a:cubicBezTo>
                  <a:pt x="1463" y="309"/>
                  <a:pt x="1432" y="327"/>
                  <a:pt x="1401" y="345"/>
                </a:cubicBezTo>
                <a:cubicBezTo>
                  <a:pt x="1398" y="347"/>
                  <a:pt x="1393" y="346"/>
                  <a:pt x="1389" y="346"/>
                </a:cubicBezTo>
                <a:cubicBezTo>
                  <a:pt x="1334" y="339"/>
                  <a:pt x="1286" y="321"/>
                  <a:pt x="1248" y="272"/>
                </a:cubicBezTo>
                <a:cubicBezTo>
                  <a:pt x="1309" y="222"/>
                  <a:pt x="1375" y="200"/>
                  <a:pt x="1449" y="206"/>
                </a:cubicBezTo>
                <a:close/>
                <a:moveTo>
                  <a:pt x="3289" y="0"/>
                </a:moveTo>
                <a:cubicBezTo>
                  <a:pt x="3279" y="12"/>
                  <a:pt x="3269" y="25"/>
                  <a:pt x="3260" y="39"/>
                </a:cubicBezTo>
                <a:cubicBezTo>
                  <a:pt x="3279" y="29"/>
                  <a:pt x="3296" y="16"/>
                  <a:pt x="3313" y="0"/>
                </a:cubicBezTo>
                <a:lnTo>
                  <a:pt x="3289" y="0"/>
                </a:lnTo>
                <a:close/>
                <a:moveTo>
                  <a:pt x="3415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3372" y="21"/>
                  <a:pt x="3363" y="41"/>
                  <a:pt x="3348" y="59"/>
                </a:cubicBezTo>
                <a:cubicBezTo>
                  <a:pt x="3302" y="115"/>
                  <a:pt x="3237" y="132"/>
                  <a:pt x="3169" y="144"/>
                </a:cubicBezTo>
                <a:cubicBezTo>
                  <a:pt x="3165" y="96"/>
                  <a:pt x="3177" y="44"/>
                  <a:pt x="3197" y="0"/>
                </a:cubicBezTo>
                <a:cubicBezTo>
                  <a:pt x="3172" y="0"/>
                  <a:pt x="3172" y="0"/>
                  <a:pt x="3172" y="0"/>
                </a:cubicBezTo>
                <a:cubicBezTo>
                  <a:pt x="3151" y="46"/>
                  <a:pt x="3143" y="97"/>
                  <a:pt x="3150" y="154"/>
                </a:cubicBezTo>
                <a:cubicBezTo>
                  <a:pt x="3232" y="183"/>
                  <a:pt x="3359" y="112"/>
                  <a:pt x="3415" y="0"/>
                </a:cubicBezTo>
                <a:close/>
                <a:moveTo>
                  <a:pt x="1637" y="0"/>
                </a:moveTo>
                <a:cubicBezTo>
                  <a:pt x="1612" y="0"/>
                  <a:pt x="1612" y="0"/>
                  <a:pt x="1612" y="0"/>
                </a:cubicBezTo>
                <a:cubicBezTo>
                  <a:pt x="1614" y="2"/>
                  <a:pt x="1616" y="5"/>
                  <a:pt x="1618" y="8"/>
                </a:cubicBezTo>
                <a:cubicBezTo>
                  <a:pt x="1624" y="5"/>
                  <a:pt x="1632" y="4"/>
                  <a:pt x="1637" y="0"/>
                </a:cubicBezTo>
                <a:close/>
                <a:moveTo>
                  <a:pt x="1799" y="933"/>
                </a:moveTo>
                <a:cubicBezTo>
                  <a:pt x="1846" y="949"/>
                  <a:pt x="1887" y="956"/>
                  <a:pt x="1924" y="944"/>
                </a:cubicBezTo>
                <a:cubicBezTo>
                  <a:pt x="1960" y="932"/>
                  <a:pt x="1992" y="906"/>
                  <a:pt x="2028" y="884"/>
                </a:cubicBezTo>
                <a:cubicBezTo>
                  <a:pt x="2041" y="982"/>
                  <a:pt x="2084" y="1069"/>
                  <a:pt x="2146" y="1151"/>
                </a:cubicBezTo>
                <a:cubicBezTo>
                  <a:pt x="2150" y="1143"/>
                  <a:pt x="2154" y="1138"/>
                  <a:pt x="2154" y="1134"/>
                </a:cubicBezTo>
                <a:cubicBezTo>
                  <a:pt x="2150" y="1083"/>
                  <a:pt x="2175" y="1039"/>
                  <a:pt x="2194" y="995"/>
                </a:cubicBezTo>
                <a:cubicBezTo>
                  <a:pt x="2209" y="958"/>
                  <a:pt x="2229" y="923"/>
                  <a:pt x="2247" y="886"/>
                </a:cubicBezTo>
                <a:cubicBezTo>
                  <a:pt x="2274" y="893"/>
                  <a:pt x="2305" y="900"/>
                  <a:pt x="2336" y="908"/>
                </a:cubicBezTo>
                <a:cubicBezTo>
                  <a:pt x="2366" y="916"/>
                  <a:pt x="2396" y="926"/>
                  <a:pt x="2429" y="936"/>
                </a:cubicBezTo>
                <a:cubicBezTo>
                  <a:pt x="2452" y="861"/>
                  <a:pt x="2411" y="800"/>
                  <a:pt x="2371" y="740"/>
                </a:cubicBezTo>
                <a:cubicBezTo>
                  <a:pt x="2329" y="679"/>
                  <a:pt x="2274" y="635"/>
                  <a:pt x="2193" y="638"/>
                </a:cubicBezTo>
                <a:cubicBezTo>
                  <a:pt x="2196" y="596"/>
                  <a:pt x="2200" y="557"/>
                  <a:pt x="2201" y="518"/>
                </a:cubicBezTo>
                <a:cubicBezTo>
                  <a:pt x="2202" y="479"/>
                  <a:pt x="2199" y="440"/>
                  <a:pt x="2198" y="394"/>
                </a:cubicBezTo>
                <a:cubicBezTo>
                  <a:pt x="2290" y="476"/>
                  <a:pt x="2392" y="518"/>
                  <a:pt x="2515" y="496"/>
                </a:cubicBezTo>
                <a:cubicBezTo>
                  <a:pt x="2522" y="464"/>
                  <a:pt x="2508" y="435"/>
                  <a:pt x="2499" y="407"/>
                </a:cubicBezTo>
                <a:cubicBezTo>
                  <a:pt x="2476" y="334"/>
                  <a:pt x="2424" y="283"/>
                  <a:pt x="2363" y="240"/>
                </a:cubicBezTo>
                <a:cubicBezTo>
                  <a:pt x="2295" y="191"/>
                  <a:pt x="2217" y="164"/>
                  <a:pt x="2135" y="139"/>
                </a:cubicBezTo>
                <a:cubicBezTo>
                  <a:pt x="2120" y="92"/>
                  <a:pt x="2103" y="45"/>
                  <a:pt x="2084" y="0"/>
                </a:cubicBezTo>
                <a:cubicBezTo>
                  <a:pt x="2028" y="0"/>
                  <a:pt x="2028" y="0"/>
                  <a:pt x="2028" y="0"/>
                </a:cubicBezTo>
                <a:cubicBezTo>
                  <a:pt x="2055" y="52"/>
                  <a:pt x="2079" y="107"/>
                  <a:pt x="2101" y="163"/>
                </a:cubicBezTo>
                <a:cubicBezTo>
                  <a:pt x="2080" y="179"/>
                  <a:pt x="2060" y="192"/>
                  <a:pt x="2043" y="208"/>
                </a:cubicBezTo>
                <a:cubicBezTo>
                  <a:pt x="1989" y="259"/>
                  <a:pt x="1953" y="322"/>
                  <a:pt x="1938" y="395"/>
                </a:cubicBezTo>
                <a:cubicBezTo>
                  <a:pt x="1931" y="430"/>
                  <a:pt x="1935" y="467"/>
                  <a:pt x="1936" y="503"/>
                </a:cubicBezTo>
                <a:cubicBezTo>
                  <a:pt x="1937" y="517"/>
                  <a:pt x="1948" y="523"/>
                  <a:pt x="1963" y="524"/>
                </a:cubicBezTo>
                <a:cubicBezTo>
                  <a:pt x="2002" y="528"/>
                  <a:pt x="2033" y="508"/>
                  <a:pt x="2064" y="489"/>
                </a:cubicBezTo>
                <a:cubicBezTo>
                  <a:pt x="2088" y="474"/>
                  <a:pt x="2108" y="452"/>
                  <a:pt x="2133" y="431"/>
                </a:cubicBezTo>
                <a:cubicBezTo>
                  <a:pt x="2147" y="495"/>
                  <a:pt x="2145" y="560"/>
                  <a:pt x="2146" y="629"/>
                </a:cubicBezTo>
                <a:cubicBezTo>
                  <a:pt x="2125" y="621"/>
                  <a:pt x="2108" y="612"/>
                  <a:pt x="2090" y="608"/>
                </a:cubicBezTo>
                <a:cubicBezTo>
                  <a:pt x="2045" y="600"/>
                  <a:pt x="2008" y="621"/>
                  <a:pt x="1977" y="650"/>
                </a:cubicBezTo>
                <a:cubicBezTo>
                  <a:pt x="1944" y="682"/>
                  <a:pt x="1920" y="722"/>
                  <a:pt x="1907" y="768"/>
                </a:cubicBezTo>
                <a:cubicBezTo>
                  <a:pt x="1900" y="792"/>
                  <a:pt x="1891" y="816"/>
                  <a:pt x="1883" y="839"/>
                </a:cubicBezTo>
                <a:cubicBezTo>
                  <a:pt x="1869" y="879"/>
                  <a:pt x="1849" y="913"/>
                  <a:pt x="1799" y="933"/>
                </a:cubicBezTo>
                <a:close/>
                <a:moveTo>
                  <a:pt x="2122" y="396"/>
                </a:moveTo>
                <a:cubicBezTo>
                  <a:pt x="2112" y="413"/>
                  <a:pt x="2102" y="431"/>
                  <a:pt x="2088" y="444"/>
                </a:cubicBezTo>
                <a:cubicBezTo>
                  <a:pt x="2055" y="476"/>
                  <a:pt x="2017" y="501"/>
                  <a:pt x="1967" y="504"/>
                </a:cubicBezTo>
                <a:cubicBezTo>
                  <a:pt x="1926" y="408"/>
                  <a:pt x="2005" y="235"/>
                  <a:pt x="2087" y="238"/>
                </a:cubicBezTo>
                <a:cubicBezTo>
                  <a:pt x="2093" y="299"/>
                  <a:pt x="2056" y="349"/>
                  <a:pt x="2036" y="409"/>
                </a:cubicBezTo>
                <a:cubicBezTo>
                  <a:pt x="2081" y="368"/>
                  <a:pt x="2090" y="314"/>
                  <a:pt x="2114" y="266"/>
                </a:cubicBezTo>
                <a:cubicBezTo>
                  <a:pt x="2148" y="312"/>
                  <a:pt x="2145" y="354"/>
                  <a:pt x="2122" y="396"/>
                </a:cubicBezTo>
                <a:close/>
                <a:moveTo>
                  <a:pt x="2311" y="707"/>
                </a:moveTo>
                <a:cubicBezTo>
                  <a:pt x="2361" y="754"/>
                  <a:pt x="2395" y="811"/>
                  <a:pt x="2413" y="877"/>
                </a:cubicBezTo>
                <a:cubicBezTo>
                  <a:pt x="2415" y="886"/>
                  <a:pt x="2414" y="895"/>
                  <a:pt x="2414" y="901"/>
                </a:cubicBezTo>
                <a:cubicBezTo>
                  <a:pt x="2379" y="894"/>
                  <a:pt x="2348" y="887"/>
                  <a:pt x="2315" y="881"/>
                </a:cubicBezTo>
                <a:cubicBezTo>
                  <a:pt x="2287" y="877"/>
                  <a:pt x="2262" y="867"/>
                  <a:pt x="2246" y="849"/>
                </a:cubicBezTo>
                <a:cubicBezTo>
                  <a:pt x="2243" y="816"/>
                  <a:pt x="2240" y="789"/>
                  <a:pt x="2237" y="758"/>
                </a:cubicBezTo>
                <a:cubicBezTo>
                  <a:pt x="2263" y="775"/>
                  <a:pt x="2286" y="789"/>
                  <a:pt x="2309" y="804"/>
                </a:cubicBezTo>
                <a:cubicBezTo>
                  <a:pt x="2284" y="769"/>
                  <a:pt x="2245" y="747"/>
                  <a:pt x="2233" y="703"/>
                </a:cubicBezTo>
                <a:cubicBezTo>
                  <a:pt x="2268" y="684"/>
                  <a:pt x="2287" y="685"/>
                  <a:pt x="2311" y="707"/>
                </a:cubicBezTo>
                <a:close/>
                <a:moveTo>
                  <a:pt x="2174" y="259"/>
                </a:moveTo>
                <a:cubicBezTo>
                  <a:pt x="2216" y="285"/>
                  <a:pt x="2255" y="309"/>
                  <a:pt x="2294" y="333"/>
                </a:cubicBezTo>
                <a:cubicBezTo>
                  <a:pt x="2295" y="331"/>
                  <a:pt x="2297" y="328"/>
                  <a:pt x="2298" y="326"/>
                </a:cubicBezTo>
                <a:cubicBezTo>
                  <a:pt x="2263" y="296"/>
                  <a:pt x="2228" y="266"/>
                  <a:pt x="2192" y="235"/>
                </a:cubicBezTo>
                <a:cubicBezTo>
                  <a:pt x="2221" y="214"/>
                  <a:pt x="2267" y="214"/>
                  <a:pt x="2335" y="249"/>
                </a:cubicBezTo>
                <a:cubicBezTo>
                  <a:pt x="2425" y="295"/>
                  <a:pt x="2477" y="372"/>
                  <a:pt x="2493" y="476"/>
                </a:cubicBezTo>
                <a:cubicBezTo>
                  <a:pt x="2375" y="501"/>
                  <a:pt x="2244" y="433"/>
                  <a:pt x="2187" y="340"/>
                </a:cubicBezTo>
                <a:cubicBezTo>
                  <a:pt x="2172" y="318"/>
                  <a:pt x="2164" y="291"/>
                  <a:pt x="2174" y="259"/>
                </a:cubicBezTo>
                <a:close/>
                <a:moveTo>
                  <a:pt x="2165" y="368"/>
                </a:moveTo>
                <a:cubicBezTo>
                  <a:pt x="2185" y="440"/>
                  <a:pt x="2184" y="509"/>
                  <a:pt x="2173" y="578"/>
                </a:cubicBezTo>
                <a:cubicBezTo>
                  <a:pt x="2151" y="457"/>
                  <a:pt x="2149" y="402"/>
                  <a:pt x="2165" y="368"/>
                </a:cubicBezTo>
                <a:close/>
                <a:moveTo>
                  <a:pt x="2131" y="869"/>
                </a:moveTo>
                <a:cubicBezTo>
                  <a:pt x="2145" y="825"/>
                  <a:pt x="2146" y="777"/>
                  <a:pt x="2171" y="737"/>
                </a:cubicBezTo>
                <a:cubicBezTo>
                  <a:pt x="2177" y="739"/>
                  <a:pt x="2180" y="740"/>
                  <a:pt x="2183" y="741"/>
                </a:cubicBezTo>
                <a:cubicBezTo>
                  <a:pt x="2185" y="743"/>
                  <a:pt x="2187" y="745"/>
                  <a:pt x="2189" y="747"/>
                </a:cubicBezTo>
                <a:cubicBezTo>
                  <a:pt x="2228" y="810"/>
                  <a:pt x="2232" y="875"/>
                  <a:pt x="2197" y="942"/>
                </a:cubicBezTo>
                <a:cubicBezTo>
                  <a:pt x="2172" y="989"/>
                  <a:pt x="2145" y="1035"/>
                  <a:pt x="2131" y="1091"/>
                </a:cubicBezTo>
                <a:cubicBezTo>
                  <a:pt x="2115" y="1064"/>
                  <a:pt x="2098" y="1037"/>
                  <a:pt x="2085" y="1009"/>
                </a:cubicBezTo>
                <a:cubicBezTo>
                  <a:pt x="2062" y="956"/>
                  <a:pt x="2048" y="900"/>
                  <a:pt x="2051" y="842"/>
                </a:cubicBezTo>
                <a:cubicBezTo>
                  <a:pt x="2055" y="774"/>
                  <a:pt x="2079" y="743"/>
                  <a:pt x="2141" y="730"/>
                </a:cubicBezTo>
                <a:cubicBezTo>
                  <a:pt x="2134" y="776"/>
                  <a:pt x="2120" y="822"/>
                  <a:pt x="2131" y="869"/>
                </a:cubicBezTo>
                <a:close/>
                <a:moveTo>
                  <a:pt x="1918" y="800"/>
                </a:moveTo>
                <a:cubicBezTo>
                  <a:pt x="1928" y="765"/>
                  <a:pt x="1949" y="738"/>
                  <a:pt x="1971" y="711"/>
                </a:cubicBezTo>
                <a:cubicBezTo>
                  <a:pt x="1988" y="690"/>
                  <a:pt x="2012" y="677"/>
                  <a:pt x="2044" y="680"/>
                </a:cubicBezTo>
                <a:cubicBezTo>
                  <a:pt x="2027" y="705"/>
                  <a:pt x="2012" y="727"/>
                  <a:pt x="1997" y="749"/>
                </a:cubicBezTo>
                <a:cubicBezTo>
                  <a:pt x="2016" y="738"/>
                  <a:pt x="2030" y="723"/>
                  <a:pt x="2046" y="710"/>
                </a:cubicBezTo>
                <a:cubicBezTo>
                  <a:pt x="2061" y="697"/>
                  <a:pt x="2076" y="681"/>
                  <a:pt x="2102" y="691"/>
                </a:cubicBezTo>
                <a:cubicBezTo>
                  <a:pt x="2085" y="714"/>
                  <a:pt x="2067" y="736"/>
                  <a:pt x="2052" y="758"/>
                </a:cubicBezTo>
                <a:cubicBezTo>
                  <a:pt x="2036" y="782"/>
                  <a:pt x="2041" y="817"/>
                  <a:pt x="2015" y="836"/>
                </a:cubicBezTo>
                <a:cubicBezTo>
                  <a:pt x="2008" y="884"/>
                  <a:pt x="1967" y="898"/>
                  <a:pt x="1933" y="918"/>
                </a:cubicBezTo>
                <a:cubicBezTo>
                  <a:pt x="1914" y="929"/>
                  <a:pt x="1893" y="936"/>
                  <a:pt x="1868" y="924"/>
                </a:cubicBezTo>
                <a:cubicBezTo>
                  <a:pt x="1886" y="880"/>
                  <a:pt x="1905" y="841"/>
                  <a:pt x="1918" y="800"/>
                </a:cubicBezTo>
                <a:close/>
                <a:moveTo>
                  <a:pt x="2652" y="273"/>
                </a:moveTo>
                <a:cubicBezTo>
                  <a:pt x="2723" y="253"/>
                  <a:pt x="2772" y="203"/>
                  <a:pt x="2818" y="150"/>
                </a:cubicBezTo>
                <a:cubicBezTo>
                  <a:pt x="2825" y="141"/>
                  <a:pt x="2832" y="133"/>
                  <a:pt x="2839" y="124"/>
                </a:cubicBezTo>
                <a:cubicBezTo>
                  <a:pt x="2839" y="124"/>
                  <a:pt x="2841" y="124"/>
                  <a:pt x="2846" y="124"/>
                </a:cubicBezTo>
                <a:cubicBezTo>
                  <a:pt x="2865" y="210"/>
                  <a:pt x="2890" y="295"/>
                  <a:pt x="2947" y="368"/>
                </a:cubicBezTo>
                <a:cubicBezTo>
                  <a:pt x="3012" y="310"/>
                  <a:pt x="3030" y="234"/>
                  <a:pt x="3034" y="155"/>
                </a:cubicBezTo>
                <a:cubicBezTo>
                  <a:pt x="3037" y="97"/>
                  <a:pt x="3021" y="46"/>
                  <a:pt x="2988" y="0"/>
                </a:cubicBezTo>
                <a:cubicBezTo>
                  <a:pt x="2797" y="0"/>
                  <a:pt x="2797" y="0"/>
                  <a:pt x="2797" y="0"/>
                </a:cubicBezTo>
                <a:cubicBezTo>
                  <a:pt x="2802" y="1"/>
                  <a:pt x="2808" y="3"/>
                  <a:pt x="2814" y="6"/>
                </a:cubicBezTo>
                <a:cubicBezTo>
                  <a:pt x="2779" y="52"/>
                  <a:pt x="2744" y="97"/>
                  <a:pt x="2710" y="141"/>
                </a:cubicBezTo>
                <a:cubicBezTo>
                  <a:pt x="2712" y="142"/>
                  <a:pt x="2714" y="144"/>
                  <a:pt x="2716" y="145"/>
                </a:cubicBezTo>
                <a:cubicBezTo>
                  <a:pt x="2755" y="107"/>
                  <a:pt x="2793" y="68"/>
                  <a:pt x="2839" y="22"/>
                </a:cubicBezTo>
                <a:cubicBezTo>
                  <a:pt x="2839" y="96"/>
                  <a:pt x="2801" y="142"/>
                  <a:pt x="2760" y="183"/>
                </a:cubicBezTo>
                <a:cubicBezTo>
                  <a:pt x="2722" y="222"/>
                  <a:pt x="2677" y="256"/>
                  <a:pt x="2613" y="257"/>
                </a:cubicBezTo>
                <a:cubicBezTo>
                  <a:pt x="2640" y="154"/>
                  <a:pt x="2695" y="73"/>
                  <a:pt x="2771" y="6"/>
                </a:cubicBezTo>
                <a:cubicBezTo>
                  <a:pt x="2775" y="3"/>
                  <a:pt x="2779" y="1"/>
                  <a:pt x="2784" y="0"/>
                </a:cubicBezTo>
                <a:cubicBezTo>
                  <a:pt x="2597" y="0"/>
                  <a:pt x="2597" y="0"/>
                  <a:pt x="2597" y="0"/>
                </a:cubicBezTo>
                <a:cubicBezTo>
                  <a:pt x="2634" y="14"/>
                  <a:pt x="2673" y="23"/>
                  <a:pt x="2716" y="20"/>
                </a:cubicBezTo>
                <a:cubicBezTo>
                  <a:pt x="2717" y="20"/>
                  <a:pt x="2718" y="22"/>
                  <a:pt x="2719" y="23"/>
                </a:cubicBezTo>
                <a:cubicBezTo>
                  <a:pt x="2653" y="98"/>
                  <a:pt x="2601" y="196"/>
                  <a:pt x="2589" y="270"/>
                </a:cubicBezTo>
                <a:cubicBezTo>
                  <a:pt x="2609" y="282"/>
                  <a:pt x="2630" y="280"/>
                  <a:pt x="2652" y="273"/>
                </a:cubicBezTo>
                <a:close/>
                <a:moveTo>
                  <a:pt x="2870" y="107"/>
                </a:moveTo>
                <a:cubicBezTo>
                  <a:pt x="2873" y="76"/>
                  <a:pt x="2870" y="37"/>
                  <a:pt x="2913" y="17"/>
                </a:cubicBezTo>
                <a:cubicBezTo>
                  <a:pt x="2932" y="57"/>
                  <a:pt x="2929" y="99"/>
                  <a:pt x="2944" y="138"/>
                </a:cubicBezTo>
                <a:cubicBezTo>
                  <a:pt x="2959" y="97"/>
                  <a:pt x="2940" y="56"/>
                  <a:pt x="2942" y="12"/>
                </a:cubicBezTo>
                <a:cubicBezTo>
                  <a:pt x="2971" y="25"/>
                  <a:pt x="2991" y="43"/>
                  <a:pt x="3000" y="71"/>
                </a:cubicBezTo>
                <a:cubicBezTo>
                  <a:pt x="3029" y="166"/>
                  <a:pt x="3007" y="252"/>
                  <a:pt x="2954" y="335"/>
                </a:cubicBezTo>
                <a:cubicBezTo>
                  <a:pt x="2908" y="279"/>
                  <a:pt x="2865" y="171"/>
                  <a:pt x="2870" y="107"/>
                </a:cubicBezTo>
                <a:close/>
                <a:moveTo>
                  <a:pt x="77" y="680"/>
                </a:moveTo>
                <a:cubicBezTo>
                  <a:pt x="64" y="684"/>
                  <a:pt x="52" y="689"/>
                  <a:pt x="39" y="694"/>
                </a:cubicBezTo>
                <a:cubicBezTo>
                  <a:pt x="26" y="699"/>
                  <a:pt x="13" y="706"/>
                  <a:pt x="0" y="710"/>
                </a:cubicBezTo>
                <a:cubicBezTo>
                  <a:pt x="0" y="732"/>
                  <a:pt x="0" y="732"/>
                  <a:pt x="0" y="732"/>
                </a:cubicBezTo>
                <a:cubicBezTo>
                  <a:pt x="29" y="721"/>
                  <a:pt x="56" y="706"/>
                  <a:pt x="77" y="680"/>
                </a:cubicBezTo>
                <a:close/>
                <a:moveTo>
                  <a:pt x="3767" y="2160"/>
                </a:moveTo>
                <a:cubicBezTo>
                  <a:pt x="3792" y="2160"/>
                  <a:pt x="3792" y="2160"/>
                  <a:pt x="3792" y="2160"/>
                </a:cubicBezTo>
                <a:cubicBezTo>
                  <a:pt x="3801" y="2149"/>
                  <a:pt x="3810" y="2139"/>
                  <a:pt x="3819" y="2129"/>
                </a:cubicBezTo>
                <a:cubicBezTo>
                  <a:pt x="3826" y="2122"/>
                  <a:pt x="3833" y="2115"/>
                  <a:pt x="3840" y="2109"/>
                </a:cubicBezTo>
                <a:cubicBezTo>
                  <a:pt x="3840" y="2086"/>
                  <a:pt x="3840" y="2086"/>
                  <a:pt x="3840" y="2086"/>
                </a:cubicBezTo>
                <a:cubicBezTo>
                  <a:pt x="3814" y="2108"/>
                  <a:pt x="3790" y="2133"/>
                  <a:pt x="3767" y="2160"/>
                </a:cubicBezTo>
                <a:close/>
                <a:moveTo>
                  <a:pt x="3765" y="938"/>
                </a:moveTo>
                <a:cubicBezTo>
                  <a:pt x="3763" y="976"/>
                  <a:pt x="3776" y="1015"/>
                  <a:pt x="3784" y="1057"/>
                </a:cubicBezTo>
                <a:cubicBezTo>
                  <a:pt x="3687" y="1034"/>
                  <a:pt x="3591" y="1043"/>
                  <a:pt x="3492" y="1072"/>
                </a:cubicBezTo>
                <a:cubicBezTo>
                  <a:pt x="3498" y="1079"/>
                  <a:pt x="3501" y="1085"/>
                  <a:pt x="3505" y="1086"/>
                </a:cubicBezTo>
                <a:cubicBezTo>
                  <a:pt x="3554" y="1100"/>
                  <a:pt x="3587" y="1139"/>
                  <a:pt x="3622" y="1172"/>
                </a:cubicBezTo>
                <a:cubicBezTo>
                  <a:pt x="3651" y="1200"/>
                  <a:pt x="3677" y="1230"/>
                  <a:pt x="3705" y="1260"/>
                </a:cubicBezTo>
                <a:cubicBezTo>
                  <a:pt x="3689" y="1284"/>
                  <a:pt x="3671" y="1310"/>
                  <a:pt x="3653" y="1336"/>
                </a:cubicBezTo>
                <a:cubicBezTo>
                  <a:pt x="3634" y="1361"/>
                  <a:pt x="3614" y="1386"/>
                  <a:pt x="3594" y="1413"/>
                </a:cubicBezTo>
                <a:cubicBezTo>
                  <a:pt x="3655" y="1461"/>
                  <a:pt x="3728" y="1444"/>
                  <a:pt x="3798" y="1427"/>
                </a:cubicBezTo>
                <a:cubicBezTo>
                  <a:pt x="3812" y="1424"/>
                  <a:pt x="3826" y="1420"/>
                  <a:pt x="3840" y="1414"/>
                </a:cubicBezTo>
                <a:cubicBezTo>
                  <a:pt x="3840" y="1388"/>
                  <a:pt x="3840" y="1388"/>
                  <a:pt x="3840" y="1388"/>
                </a:cubicBezTo>
                <a:cubicBezTo>
                  <a:pt x="3781" y="1415"/>
                  <a:pt x="3719" y="1425"/>
                  <a:pt x="3654" y="1419"/>
                </a:cubicBezTo>
                <a:cubicBezTo>
                  <a:pt x="3645" y="1418"/>
                  <a:pt x="3637" y="1413"/>
                  <a:pt x="3632" y="1411"/>
                </a:cubicBezTo>
                <a:cubicBezTo>
                  <a:pt x="3650" y="1381"/>
                  <a:pt x="3669" y="1354"/>
                  <a:pt x="3685" y="1326"/>
                </a:cubicBezTo>
                <a:cubicBezTo>
                  <a:pt x="3699" y="1301"/>
                  <a:pt x="3717" y="1281"/>
                  <a:pt x="3740" y="1272"/>
                </a:cubicBezTo>
                <a:cubicBezTo>
                  <a:pt x="3771" y="1281"/>
                  <a:pt x="3798" y="1288"/>
                  <a:pt x="3828" y="1296"/>
                </a:cubicBezTo>
                <a:cubicBezTo>
                  <a:pt x="3803" y="1315"/>
                  <a:pt x="3781" y="1331"/>
                  <a:pt x="3760" y="1347"/>
                </a:cubicBezTo>
                <a:cubicBezTo>
                  <a:pt x="3788" y="1340"/>
                  <a:pt x="3813" y="1324"/>
                  <a:pt x="3840" y="1316"/>
                </a:cubicBezTo>
                <a:cubicBezTo>
                  <a:pt x="3840" y="1257"/>
                  <a:pt x="3840" y="1257"/>
                  <a:pt x="3840" y="1257"/>
                </a:cubicBezTo>
                <a:cubicBezTo>
                  <a:pt x="3773" y="1266"/>
                  <a:pt x="3717" y="1246"/>
                  <a:pt x="3670" y="1194"/>
                </a:cubicBezTo>
                <a:cubicBezTo>
                  <a:pt x="3635" y="1154"/>
                  <a:pt x="3602" y="1112"/>
                  <a:pt x="3553" y="1079"/>
                </a:cubicBezTo>
                <a:cubicBezTo>
                  <a:pt x="3585" y="1075"/>
                  <a:pt x="3616" y="1067"/>
                  <a:pt x="3647" y="1066"/>
                </a:cubicBezTo>
                <a:cubicBezTo>
                  <a:pt x="3705" y="1063"/>
                  <a:pt x="3761" y="1069"/>
                  <a:pt x="3815" y="1093"/>
                </a:cubicBezTo>
                <a:cubicBezTo>
                  <a:pt x="3824" y="1097"/>
                  <a:pt x="3833" y="1101"/>
                  <a:pt x="3840" y="1106"/>
                </a:cubicBezTo>
                <a:cubicBezTo>
                  <a:pt x="3840" y="1075"/>
                  <a:pt x="3840" y="1075"/>
                  <a:pt x="3840" y="1075"/>
                </a:cubicBezTo>
                <a:cubicBezTo>
                  <a:pt x="3837" y="1071"/>
                  <a:pt x="3835" y="1066"/>
                  <a:pt x="3833" y="1061"/>
                </a:cubicBezTo>
                <a:cubicBezTo>
                  <a:pt x="3791" y="1037"/>
                  <a:pt x="3792" y="994"/>
                  <a:pt x="3785" y="955"/>
                </a:cubicBezTo>
                <a:cubicBezTo>
                  <a:pt x="3782" y="934"/>
                  <a:pt x="3783" y="911"/>
                  <a:pt x="3802" y="893"/>
                </a:cubicBezTo>
                <a:cubicBezTo>
                  <a:pt x="3815" y="905"/>
                  <a:pt x="3828" y="917"/>
                  <a:pt x="3840" y="928"/>
                </a:cubicBezTo>
                <a:cubicBezTo>
                  <a:pt x="3840" y="896"/>
                  <a:pt x="3840" y="896"/>
                  <a:pt x="3840" y="896"/>
                </a:cubicBezTo>
                <a:cubicBezTo>
                  <a:pt x="3827" y="877"/>
                  <a:pt x="3819" y="855"/>
                  <a:pt x="3819" y="825"/>
                </a:cubicBezTo>
                <a:cubicBezTo>
                  <a:pt x="3787" y="863"/>
                  <a:pt x="3766" y="899"/>
                  <a:pt x="3765" y="938"/>
                </a:cubicBezTo>
                <a:close/>
                <a:moveTo>
                  <a:pt x="224" y="0"/>
                </a:moveTo>
                <a:cubicBezTo>
                  <a:pt x="224" y="6"/>
                  <a:pt x="223" y="13"/>
                  <a:pt x="223" y="20"/>
                </a:cubicBezTo>
                <a:cubicBezTo>
                  <a:pt x="222" y="34"/>
                  <a:pt x="221" y="47"/>
                  <a:pt x="220" y="61"/>
                </a:cubicBezTo>
                <a:cubicBezTo>
                  <a:pt x="233" y="41"/>
                  <a:pt x="240" y="21"/>
                  <a:pt x="244" y="0"/>
                </a:cubicBezTo>
                <a:lnTo>
                  <a:pt x="224" y="0"/>
                </a:lnTo>
                <a:close/>
                <a:moveTo>
                  <a:pt x="3424" y="1391"/>
                </a:moveTo>
                <a:cubicBezTo>
                  <a:pt x="3382" y="1370"/>
                  <a:pt x="3334" y="1376"/>
                  <a:pt x="3287" y="1379"/>
                </a:cubicBezTo>
                <a:cubicBezTo>
                  <a:pt x="3246" y="1382"/>
                  <a:pt x="3208" y="1396"/>
                  <a:pt x="3173" y="1416"/>
                </a:cubicBezTo>
                <a:cubicBezTo>
                  <a:pt x="3159" y="1424"/>
                  <a:pt x="3146" y="1431"/>
                  <a:pt x="3126" y="1416"/>
                </a:cubicBezTo>
                <a:cubicBezTo>
                  <a:pt x="3185" y="1395"/>
                  <a:pt x="3225" y="1355"/>
                  <a:pt x="3260" y="1308"/>
                </a:cubicBezTo>
                <a:cubicBezTo>
                  <a:pt x="3297" y="1260"/>
                  <a:pt x="3311" y="1203"/>
                  <a:pt x="3319" y="1143"/>
                </a:cubicBezTo>
                <a:cubicBezTo>
                  <a:pt x="3237" y="1133"/>
                  <a:pt x="3167" y="1161"/>
                  <a:pt x="3104" y="1208"/>
                </a:cubicBezTo>
                <a:cubicBezTo>
                  <a:pt x="3041" y="1254"/>
                  <a:pt x="2998" y="1315"/>
                  <a:pt x="2990" y="1397"/>
                </a:cubicBezTo>
                <a:cubicBezTo>
                  <a:pt x="2841" y="1409"/>
                  <a:pt x="2710" y="1457"/>
                  <a:pt x="2597" y="1556"/>
                </a:cubicBezTo>
                <a:cubicBezTo>
                  <a:pt x="2619" y="1415"/>
                  <a:pt x="2674" y="1286"/>
                  <a:pt x="2740" y="1161"/>
                </a:cubicBezTo>
                <a:cubicBezTo>
                  <a:pt x="2766" y="1166"/>
                  <a:pt x="2789" y="1173"/>
                  <a:pt x="2812" y="1175"/>
                </a:cubicBezTo>
                <a:cubicBezTo>
                  <a:pt x="2886" y="1183"/>
                  <a:pt x="2958" y="1170"/>
                  <a:pt x="3022" y="1133"/>
                </a:cubicBezTo>
                <a:cubicBezTo>
                  <a:pt x="3053" y="1116"/>
                  <a:pt x="3079" y="1089"/>
                  <a:pt x="3106" y="1065"/>
                </a:cubicBezTo>
                <a:cubicBezTo>
                  <a:pt x="3116" y="1055"/>
                  <a:pt x="3113" y="1043"/>
                  <a:pt x="3105" y="1031"/>
                </a:cubicBezTo>
                <a:cubicBezTo>
                  <a:pt x="3082" y="998"/>
                  <a:pt x="3046" y="987"/>
                  <a:pt x="3012" y="977"/>
                </a:cubicBezTo>
                <a:cubicBezTo>
                  <a:pt x="2985" y="968"/>
                  <a:pt x="2955" y="967"/>
                  <a:pt x="2923" y="962"/>
                </a:cubicBezTo>
                <a:cubicBezTo>
                  <a:pt x="2963" y="910"/>
                  <a:pt x="3013" y="868"/>
                  <a:pt x="3065" y="823"/>
                </a:cubicBezTo>
                <a:cubicBezTo>
                  <a:pt x="3072" y="844"/>
                  <a:pt x="3076" y="863"/>
                  <a:pt x="3085" y="879"/>
                </a:cubicBezTo>
                <a:cubicBezTo>
                  <a:pt x="3108" y="919"/>
                  <a:pt x="3148" y="933"/>
                  <a:pt x="3191" y="938"/>
                </a:cubicBezTo>
                <a:cubicBezTo>
                  <a:pt x="3237" y="942"/>
                  <a:pt x="3283" y="934"/>
                  <a:pt x="3326" y="915"/>
                </a:cubicBezTo>
                <a:cubicBezTo>
                  <a:pt x="3349" y="904"/>
                  <a:pt x="3372" y="895"/>
                  <a:pt x="3396" y="886"/>
                </a:cubicBezTo>
                <a:cubicBezTo>
                  <a:pt x="3435" y="871"/>
                  <a:pt x="3474" y="864"/>
                  <a:pt x="3521" y="889"/>
                </a:cubicBezTo>
                <a:cubicBezTo>
                  <a:pt x="3503" y="843"/>
                  <a:pt x="3481" y="807"/>
                  <a:pt x="3448" y="787"/>
                </a:cubicBezTo>
                <a:cubicBezTo>
                  <a:pt x="3416" y="767"/>
                  <a:pt x="3375" y="760"/>
                  <a:pt x="3335" y="747"/>
                </a:cubicBezTo>
                <a:cubicBezTo>
                  <a:pt x="3401" y="673"/>
                  <a:pt x="3439" y="584"/>
                  <a:pt x="3461" y="483"/>
                </a:cubicBezTo>
                <a:cubicBezTo>
                  <a:pt x="3452" y="486"/>
                  <a:pt x="3446" y="485"/>
                  <a:pt x="3443" y="488"/>
                </a:cubicBezTo>
                <a:cubicBezTo>
                  <a:pt x="3407" y="525"/>
                  <a:pt x="3358" y="534"/>
                  <a:pt x="3311" y="549"/>
                </a:cubicBezTo>
                <a:cubicBezTo>
                  <a:pt x="3273" y="561"/>
                  <a:pt x="3234" y="569"/>
                  <a:pt x="3194" y="580"/>
                </a:cubicBezTo>
                <a:cubicBezTo>
                  <a:pt x="3181" y="554"/>
                  <a:pt x="3167" y="526"/>
                  <a:pt x="3153" y="498"/>
                </a:cubicBezTo>
                <a:cubicBezTo>
                  <a:pt x="3140" y="469"/>
                  <a:pt x="3128" y="440"/>
                  <a:pt x="3114" y="409"/>
                </a:cubicBezTo>
                <a:cubicBezTo>
                  <a:pt x="3042" y="440"/>
                  <a:pt x="3022" y="511"/>
                  <a:pt x="3003" y="581"/>
                </a:cubicBezTo>
                <a:cubicBezTo>
                  <a:pt x="2983" y="652"/>
                  <a:pt x="2986" y="722"/>
                  <a:pt x="3041" y="781"/>
                </a:cubicBezTo>
                <a:cubicBezTo>
                  <a:pt x="3007" y="807"/>
                  <a:pt x="2975" y="829"/>
                  <a:pt x="2944" y="854"/>
                </a:cubicBezTo>
                <a:cubicBezTo>
                  <a:pt x="2914" y="879"/>
                  <a:pt x="2886" y="906"/>
                  <a:pt x="2852" y="937"/>
                </a:cubicBezTo>
                <a:cubicBezTo>
                  <a:pt x="2855" y="813"/>
                  <a:pt x="2821" y="708"/>
                  <a:pt x="2724" y="630"/>
                </a:cubicBezTo>
                <a:cubicBezTo>
                  <a:pt x="2695" y="645"/>
                  <a:pt x="2682" y="675"/>
                  <a:pt x="2666" y="700"/>
                </a:cubicBezTo>
                <a:cubicBezTo>
                  <a:pt x="2626" y="765"/>
                  <a:pt x="2622" y="838"/>
                  <a:pt x="2628" y="911"/>
                </a:cubicBezTo>
                <a:cubicBezTo>
                  <a:pt x="2635" y="995"/>
                  <a:pt x="2666" y="1072"/>
                  <a:pt x="2700" y="1151"/>
                </a:cubicBezTo>
                <a:cubicBezTo>
                  <a:pt x="2639" y="1249"/>
                  <a:pt x="2586" y="1354"/>
                  <a:pt x="2552" y="1466"/>
                </a:cubicBezTo>
                <a:cubicBezTo>
                  <a:pt x="2518" y="1578"/>
                  <a:pt x="2496" y="1692"/>
                  <a:pt x="2467" y="1810"/>
                </a:cubicBezTo>
                <a:cubicBezTo>
                  <a:pt x="2457" y="1781"/>
                  <a:pt x="2447" y="1754"/>
                  <a:pt x="2437" y="1729"/>
                </a:cubicBezTo>
                <a:cubicBezTo>
                  <a:pt x="2516" y="1568"/>
                  <a:pt x="2524" y="1412"/>
                  <a:pt x="2421" y="1256"/>
                </a:cubicBezTo>
                <a:cubicBezTo>
                  <a:pt x="2369" y="1289"/>
                  <a:pt x="2340" y="1335"/>
                  <a:pt x="2328" y="1389"/>
                </a:cubicBezTo>
                <a:cubicBezTo>
                  <a:pt x="2317" y="1440"/>
                  <a:pt x="2313" y="1493"/>
                  <a:pt x="2306" y="1549"/>
                </a:cubicBezTo>
                <a:cubicBezTo>
                  <a:pt x="2228" y="1465"/>
                  <a:pt x="2130" y="1417"/>
                  <a:pt x="2023" y="1375"/>
                </a:cubicBezTo>
                <a:cubicBezTo>
                  <a:pt x="2019" y="1358"/>
                  <a:pt x="2014" y="1338"/>
                  <a:pt x="2011" y="1317"/>
                </a:cubicBezTo>
                <a:cubicBezTo>
                  <a:pt x="1998" y="1229"/>
                  <a:pt x="1945" y="1171"/>
                  <a:pt x="1871" y="1128"/>
                </a:cubicBezTo>
                <a:cubicBezTo>
                  <a:pt x="1842" y="1112"/>
                  <a:pt x="1811" y="1099"/>
                  <a:pt x="1779" y="1089"/>
                </a:cubicBezTo>
                <a:cubicBezTo>
                  <a:pt x="1742" y="1078"/>
                  <a:pt x="1727" y="1096"/>
                  <a:pt x="1734" y="1134"/>
                </a:cubicBezTo>
                <a:cubicBezTo>
                  <a:pt x="1747" y="1201"/>
                  <a:pt x="1768" y="1264"/>
                  <a:pt x="1818" y="1313"/>
                </a:cubicBezTo>
                <a:cubicBezTo>
                  <a:pt x="1819" y="1314"/>
                  <a:pt x="1818" y="1316"/>
                  <a:pt x="1818" y="1318"/>
                </a:cubicBezTo>
                <a:cubicBezTo>
                  <a:pt x="1718" y="1318"/>
                  <a:pt x="1611" y="1344"/>
                  <a:pt x="1547" y="1384"/>
                </a:cubicBezTo>
                <a:cubicBezTo>
                  <a:pt x="1551" y="1407"/>
                  <a:pt x="1567" y="1421"/>
                  <a:pt x="1586" y="1433"/>
                </a:cubicBezTo>
                <a:cubicBezTo>
                  <a:pt x="1649" y="1473"/>
                  <a:pt x="1718" y="1476"/>
                  <a:pt x="1789" y="1475"/>
                </a:cubicBezTo>
                <a:cubicBezTo>
                  <a:pt x="1800" y="1475"/>
                  <a:pt x="1811" y="1474"/>
                  <a:pt x="1822" y="1474"/>
                </a:cubicBezTo>
                <a:cubicBezTo>
                  <a:pt x="1823" y="1474"/>
                  <a:pt x="1824" y="1476"/>
                  <a:pt x="1827" y="1479"/>
                </a:cubicBezTo>
                <a:cubicBezTo>
                  <a:pt x="1775" y="1551"/>
                  <a:pt x="1728" y="1626"/>
                  <a:pt x="1711" y="1717"/>
                </a:cubicBezTo>
                <a:cubicBezTo>
                  <a:pt x="1798" y="1727"/>
                  <a:pt x="1867" y="1690"/>
                  <a:pt x="1929" y="1641"/>
                </a:cubicBezTo>
                <a:cubicBezTo>
                  <a:pt x="1992" y="1590"/>
                  <a:pt x="2021" y="1520"/>
                  <a:pt x="2022" y="1431"/>
                </a:cubicBezTo>
                <a:cubicBezTo>
                  <a:pt x="2130" y="1478"/>
                  <a:pt x="2221" y="1538"/>
                  <a:pt x="2292" y="1632"/>
                </a:cubicBezTo>
                <a:cubicBezTo>
                  <a:pt x="2177" y="1614"/>
                  <a:pt x="2081" y="1643"/>
                  <a:pt x="2005" y="1727"/>
                </a:cubicBezTo>
                <a:cubicBezTo>
                  <a:pt x="2047" y="1827"/>
                  <a:pt x="2249" y="1877"/>
                  <a:pt x="2382" y="1783"/>
                </a:cubicBezTo>
                <a:cubicBezTo>
                  <a:pt x="2411" y="1858"/>
                  <a:pt x="2428" y="1932"/>
                  <a:pt x="2411" y="2011"/>
                </a:cubicBezTo>
                <a:cubicBezTo>
                  <a:pt x="2406" y="2036"/>
                  <a:pt x="2397" y="2059"/>
                  <a:pt x="2410" y="2084"/>
                </a:cubicBezTo>
                <a:cubicBezTo>
                  <a:pt x="2414" y="2091"/>
                  <a:pt x="2411" y="2103"/>
                  <a:pt x="2408" y="2111"/>
                </a:cubicBezTo>
                <a:cubicBezTo>
                  <a:pt x="2403" y="2128"/>
                  <a:pt x="2397" y="2144"/>
                  <a:pt x="2391" y="2160"/>
                </a:cubicBezTo>
                <a:cubicBezTo>
                  <a:pt x="2414" y="2160"/>
                  <a:pt x="2414" y="2160"/>
                  <a:pt x="2414" y="2160"/>
                </a:cubicBezTo>
                <a:cubicBezTo>
                  <a:pt x="2420" y="2148"/>
                  <a:pt x="2423" y="2134"/>
                  <a:pt x="2430" y="2123"/>
                </a:cubicBezTo>
                <a:cubicBezTo>
                  <a:pt x="2444" y="2104"/>
                  <a:pt x="2447" y="2085"/>
                  <a:pt x="2432" y="2065"/>
                </a:cubicBezTo>
                <a:cubicBezTo>
                  <a:pt x="2465" y="2035"/>
                  <a:pt x="2459" y="1998"/>
                  <a:pt x="2451" y="1962"/>
                </a:cubicBezTo>
                <a:cubicBezTo>
                  <a:pt x="2438" y="1900"/>
                  <a:pt x="2430" y="1836"/>
                  <a:pt x="2405" y="1776"/>
                </a:cubicBezTo>
                <a:cubicBezTo>
                  <a:pt x="2399" y="1760"/>
                  <a:pt x="2399" y="1749"/>
                  <a:pt x="2418" y="1745"/>
                </a:cubicBezTo>
                <a:cubicBezTo>
                  <a:pt x="2455" y="1806"/>
                  <a:pt x="2445" y="1877"/>
                  <a:pt x="2465" y="1943"/>
                </a:cubicBezTo>
                <a:cubicBezTo>
                  <a:pt x="2472" y="1935"/>
                  <a:pt x="2477" y="1927"/>
                  <a:pt x="2478" y="1919"/>
                </a:cubicBezTo>
                <a:cubicBezTo>
                  <a:pt x="2496" y="1824"/>
                  <a:pt x="2514" y="1730"/>
                  <a:pt x="2529" y="1635"/>
                </a:cubicBezTo>
                <a:cubicBezTo>
                  <a:pt x="2544" y="1543"/>
                  <a:pt x="2574" y="1456"/>
                  <a:pt x="2609" y="1371"/>
                </a:cubicBezTo>
                <a:cubicBezTo>
                  <a:pt x="2616" y="1354"/>
                  <a:pt x="2625" y="1338"/>
                  <a:pt x="2633" y="1322"/>
                </a:cubicBezTo>
                <a:cubicBezTo>
                  <a:pt x="2627" y="1360"/>
                  <a:pt x="2613" y="1393"/>
                  <a:pt x="2602" y="1428"/>
                </a:cubicBezTo>
                <a:cubicBezTo>
                  <a:pt x="2568" y="1545"/>
                  <a:pt x="2542" y="1665"/>
                  <a:pt x="2521" y="1786"/>
                </a:cubicBezTo>
                <a:cubicBezTo>
                  <a:pt x="2504" y="1886"/>
                  <a:pt x="2489" y="1985"/>
                  <a:pt x="2474" y="2085"/>
                </a:cubicBezTo>
                <a:cubicBezTo>
                  <a:pt x="2470" y="2110"/>
                  <a:pt x="2464" y="2135"/>
                  <a:pt x="2458" y="2160"/>
                </a:cubicBezTo>
                <a:cubicBezTo>
                  <a:pt x="2479" y="2160"/>
                  <a:pt x="2479" y="2160"/>
                  <a:pt x="2479" y="2160"/>
                </a:cubicBezTo>
                <a:cubicBezTo>
                  <a:pt x="2485" y="2135"/>
                  <a:pt x="2491" y="2109"/>
                  <a:pt x="2495" y="2082"/>
                </a:cubicBezTo>
                <a:cubicBezTo>
                  <a:pt x="2498" y="2069"/>
                  <a:pt x="2502" y="2056"/>
                  <a:pt x="2507" y="2040"/>
                </a:cubicBezTo>
                <a:cubicBezTo>
                  <a:pt x="2516" y="2045"/>
                  <a:pt x="2523" y="2048"/>
                  <a:pt x="2529" y="2053"/>
                </a:cubicBezTo>
                <a:cubicBezTo>
                  <a:pt x="2596" y="2101"/>
                  <a:pt x="2670" y="2097"/>
                  <a:pt x="2742" y="2075"/>
                </a:cubicBezTo>
                <a:cubicBezTo>
                  <a:pt x="2782" y="2063"/>
                  <a:pt x="2818" y="2040"/>
                  <a:pt x="2853" y="2017"/>
                </a:cubicBezTo>
                <a:cubicBezTo>
                  <a:pt x="2878" y="2000"/>
                  <a:pt x="2898" y="1976"/>
                  <a:pt x="2920" y="1954"/>
                </a:cubicBezTo>
                <a:cubicBezTo>
                  <a:pt x="2891" y="1910"/>
                  <a:pt x="2845" y="1908"/>
                  <a:pt x="2801" y="1890"/>
                </a:cubicBezTo>
                <a:cubicBezTo>
                  <a:pt x="2874" y="1816"/>
                  <a:pt x="2911" y="1726"/>
                  <a:pt x="2937" y="1628"/>
                </a:cubicBezTo>
                <a:cubicBezTo>
                  <a:pt x="2930" y="1625"/>
                  <a:pt x="2923" y="1619"/>
                  <a:pt x="2916" y="1619"/>
                </a:cubicBezTo>
                <a:cubicBezTo>
                  <a:pt x="2824" y="1615"/>
                  <a:pt x="2739" y="1630"/>
                  <a:pt x="2667" y="1696"/>
                </a:cubicBezTo>
                <a:cubicBezTo>
                  <a:pt x="2621" y="1738"/>
                  <a:pt x="2574" y="1777"/>
                  <a:pt x="2540" y="1829"/>
                </a:cubicBezTo>
                <a:cubicBezTo>
                  <a:pt x="2555" y="1709"/>
                  <a:pt x="2601" y="1607"/>
                  <a:pt x="2710" y="1542"/>
                </a:cubicBezTo>
                <a:cubicBezTo>
                  <a:pt x="2766" y="1509"/>
                  <a:pt x="2824" y="1477"/>
                  <a:pt x="2889" y="1463"/>
                </a:cubicBezTo>
                <a:cubicBezTo>
                  <a:pt x="2969" y="1446"/>
                  <a:pt x="3051" y="1432"/>
                  <a:pt x="3136" y="1452"/>
                </a:cubicBezTo>
                <a:cubicBezTo>
                  <a:pt x="3111" y="1571"/>
                  <a:pt x="3197" y="1724"/>
                  <a:pt x="3382" y="1761"/>
                </a:cubicBezTo>
                <a:cubicBezTo>
                  <a:pt x="3415" y="1727"/>
                  <a:pt x="3408" y="1686"/>
                  <a:pt x="3397" y="1646"/>
                </a:cubicBezTo>
                <a:cubicBezTo>
                  <a:pt x="3390" y="1622"/>
                  <a:pt x="3379" y="1599"/>
                  <a:pt x="3370" y="1577"/>
                </a:cubicBezTo>
                <a:cubicBezTo>
                  <a:pt x="3436" y="1564"/>
                  <a:pt x="3499" y="1552"/>
                  <a:pt x="3563" y="1540"/>
                </a:cubicBezTo>
                <a:cubicBezTo>
                  <a:pt x="3562" y="1527"/>
                  <a:pt x="3563" y="1518"/>
                  <a:pt x="3559" y="1512"/>
                </a:cubicBezTo>
                <a:cubicBezTo>
                  <a:pt x="3527" y="1458"/>
                  <a:pt x="3480" y="1417"/>
                  <a:pt x="3424" y="1391"/>
                </a:cubicBezTo>
                <a:close/>
                <a:moveTo>
                  <a:pt x="3423" y="797"/>
                </a:moveTo>
                <a:cubicBezTo>
                  <a:pt x="3443" y="804"/>
                  <a:pt x="3462" y="816"/>
                  <a:pt x="3470" y="842"/>
                </a:cubicBezTo>
                <a:cubicBezTo>
                  <a:pt x="3425" y="857"/>
                  <a:pt x="3383" y="868"/>
                  <a:pt x="3343" y="885"/>
                </a:cubicBezTo>
                <a:cubicBezTo>
                  <a:pt x="3310" y="900"/>
                  <a:pt x="3276" y="902"/>
                  <a:pt x="3241" y="903"/>
                </a:cubicBezTo>
                <a:cubicBezTo>
                  <a:pt x="3214" y="904"/>
                  <a:pt x="3188" y="894"/>
                  <a:pt x="3170" y="868"/>
                </a:cubicBezTo>
                <a:cubicBezTo>
                  <a:pt x="3200" y="864"/>
                  <a:pt x="3226" y="861"/>
                  <a:pt x="3253" y="858"/>
                </a:cubicBezTo>
                <a:cubicBezTo>
                  <a:pt x="3232" y="851"/>
                  <a:pt x="3211" y="850"/>
                  <a:pt x="3191" y="847"/>
                </a:cubicBezTo>
                <a:cubicBezTo>
                  <a:pt x="3172" y="843"/>
                  <a:pt x="3149" y="842"/>
                  <a:pt x="3140" y="816"/>
                </a:cubicBezTo>
                <a:cubicBezTo>
                  <a:pt x="3170" y="814"/>
                  <a:pt x="3197" y="814"/>
                  <a:pt x="3224" y="811"/>
                </a:cubicBezTo>
                <a:cubicBezTo>
                  <a:pt x="3253" y="807"/>
                  <a:pt x="3276" y="780"/>
                  <a:pt x="3307" y="788"/>
                </a:cubicBezTo>
                <a:cubicBezTo>
                  <a:pt x="3348" y="762"/>
                  <a:pt x="3386" y="784"/>
                  <a:pt x="3423" y="797"/>
                </a:cubicBezTo>
                <a:close/>
                <a:moveTo>
                  <a:pt x="3269" y="581"/>
                </a:moveTo>
                <a:cubicBezTo>
                  <a:pt x="3321" y="570"/>
                  <a:pt x="3374" y="560"/>
                  <a:pt x="3426" y="534"/>
                </a:cubicBezTo>
                <a:cubicBezTo>
                  <a:pt x="3415" y="563"/>
                  <a:pt x="3406" y="594"/>
                  <a:pt x="3392" y="622"/>
                </a:cubicBezTo>
                <a:cubicBezTo>
                  <a:pt x="3367" y="674"/>
                  <a:pt x="3335" y="721"/>
                  <a:pt x="3288" y="757"/>
                </a:cubicBezTo>
                <a:cubicBezTo>
                  <a:pt x="3234" y="798"/>
                  <a:pt x="3195" y="800"/>
                  <a:pt x="3145" y="762"/>
                </a:cubicBezTo>
                <a:cubicBezTo>
                  <a:pt x="3185" y="737"/>
                  <a:pt x="3228" y="717"/>
                  <a:pt x="3257" y="679"/>
                </a:cubicBezTo>
                <a:cubicBezTo>
                  <a:pt x="3214" y="697"/>
                  <a:pt x="3177" y="727"/>
                  <a:pt x="3130" y="734"/>
                </a:cubicBezTo>
                <a:cubicBezTo>
                  <a:pt x="3128" y="728"/>
                  <a:pt x="3127" y="725"/>
                  <a:pt x="3126" y="722"/>
                </a:cubicBezTo>
                <a:cubicBezTo>
                  <a:pt x="3126" y="720"/>
                  <a:pt x="3126" y="717"/>
                  <a:pt x="3127" y="714"/>
                </a:cubicBezTo>
                <a:cubicBezTo>
                  <a:pt x="3149" y="643"/>
                  <a:pt x="3196" y="598"/>
                  <a:pt x="3269" y="581"/>
                </a:cubicBezTo>
                <a:close/>
                <a:moveTo>
                  <a:pt x="3017" y="647"/>
                </a:moveTo>
                <a:cubicBezTo>
                  <a:pt x="3020" y="579"/>
                  <a:pt x="3041" y="516"/>
                  <a:pt x="3079" y="459"/>
                </a:cubicBezTo>
                <a:cubicBezTo>
                  <a:pt x="3084" y="452"/>
                  <a:pt x="3093" y="447"/>
                  <a:pt x="3097" y="443"/>
                </a:cubicBezTo>
                <a:cubicBezTo>
                  <a:pt x="3114" y="474"/>
                  <a:pt x="3129" y="503"/>
                  <a:pt x="3146" y="531"/>
                </a:cubicBezTo>
                <a:cubicBezTo>
                  <a:pt x="3161" y="555"/>
                  <a:pt x="3170" y="580"/>
                  <a:pt x="3167" y="605"/>
                </a:cubicBezTo>
                <a:cubicBezTo>
                  <a:pt x="3144" y="628"/>
                  <a:pt x="3125" y="648"/>
                  <a:pt x="3103" y="671"/>
                </a:cubicBezTo>
                <a:cubicBezTo>
                  <a:pt x="3099" y="639"/>
                  <a:pt x="3095" y="613"/>
                  <a:pt x="3092" y="586"/>
                </a:cubicBezTo>
                <a:cubicBezTo>
                  <a:pt x="3081" y="628"/>
                  <a:pt x="3090" y="672"/>
                  <a:pt x="3064" y="709"/>
                </a:cubicBezTo>
                <a:cubicBezTo>
                  <a:pt x="3027" y="695"/>
                  <a:pt x="3015" y="680"/>
                  <a:pt x="3017" y="647"/>
                </a:cubicBezTo>
                <a:close/>
                <a:moveTo>
                  <a:pt x="3008" y="836"/>
                </a:moveTo>
                <a:cubicBezTo>
                  <a:pt x="2931" y="931"/>
                  <a:pt x="2891" y="969"/>
                  <a:pt x="2854" y="979"/>
                </a:cubicBezTo>
                <a:cubicBezTo>
                  <a:pt x="2896" y="917"/>
                  <a:pt x="2949" y="873"/>
                  <a:pt x="3008" y="836"/>
                </a:cubicBezTo>
                <a:close/>
                <a:moveTo>
                  <a:pt x="2904" y="993"/>
                </a:moveTo>
                <a:cubicBezTo>
                  <a:pt x="2923" y="990"/>
                  <a:pt x="2943" y="986"/>
                  <a:pt x="2962" y="988"/>
                </a:cubicBezTo>
                <a:cubicBezTo>
                  <a:pt x="3008" y="992"/>
                  <a:pt x="3052" y="1005"/>
                  <a:pt x="3087" y="1041"/>
                </a:cubicBezTo>
                <a:cubicBezTo>
                  <a:pt x="3040" y="1134"/>
                  <a:pt x="2858" y="1187"/>
                  <a:pt x="2806" y="1123"/>
                </a:cubicBezTo>
                <a:cubicBezTo>
                  <a:pt x="2849" y="1078"/>
                  <a:pt x="2910" y="1074"/>
                  <a:pt x="2970" y="1050"/>
                </a:cubicBezTo>
                <a:cubicBezTo>
                  <a:pt x="2909" y="1043"/>
                  <a:pt x="2862" y="1071"/>
                  <a:pt x="2810" y="1084"/>
                </a:cubicBezTo>
                <a:cubicBezTo>
                  <a:pt x="2823" y="1028"/>
                  <a:pt x="2856" y="1003"/>
                  <a:pt x="2904" y="993"/>
                </a:cubicBezTo>
                <a:close/>
                <a:moveTo>
                  <a:pt x="2653" y="927"/>
                </a:moveTo>
                <a:cubicBezTo>
                  <a:pt x="2630" y="829"/>
                  <a:pt x="2654" y="739"/>
                  <a:pt x="2722" y="659"/>
                </a:cubicBezTo>
                <a:cubicBezTo>
                  <a:pt x="2818" y="733"/>
                  <a:pt x="2852" y="876"/>
                  <a:pt x="2819" y="980"/>
                </a:cubicBezTo>
                <a:cubicBezTo>
                  <a:pt x="2811" y="1006"/>
                  <a:pt x="2796" y="1029"/>
                  <a:pt x="2766" y="1043"/>
                </a:cubicBezTo>
                <a:cubicBezTo>
                  <a:pt x="2758" y="994"/>
                  <a:pt x="2751" y="949"/>
                  <a:pt x="2744" y="904"/>
                </a:cubicBezTo>
                <a:cubicBezTo>
                  <a:pt x="2741" y="904"/>
                  <a:pt x="2738" y="904"/>
                  <a:pt x="2736" y="905"/>
                </a:cubicBezTo>
                <a:cubicBezTo>
                  <a:pt x="2736" y="951"/>
                  <a:pt x="2736" y="997"/>
                  <a:pt x="2736" y="1044"/>
                </a:cubicBezTo>
                <a:cubicBezTo>
                  <a:pt x="2701" y="1036"/>
                  <a:pt x="2671" y="1001"/>
                  <a:pt x="2653" y="927"/>
                </a:cubicBezTo>
                <a:close/>
                <a:moveTo>
                  <a:pt x="1758" y="1111"/>
                </a:moveTo>
                <a:cubicBezTo>
                  <a:pt x="1843" y="1110"/>
                  <a:pt x="1959" y="1220"/>
                  <a:pt x="1960" y="1300"/>
                </a:cubicBezTo>
                <a:cubicBezTo>
                  <a:pt x="1925" y="1266"/>
                  <a:pt x="1889" y="1230"/>
                  <a:pt x="1854" y="1195"/>
                </a:cubicBezTo>
                <a:cubicBezTo>
                  <a:pt x="1851" y="1197"/>
                  <a:pt x="1849" y="1199"/>
                  <a:pt x="1847" y="1201"/>
                </a:cubicBezTo>
                <a:cubicBezTo>
                  <a:pt x="1877" y="1247"/>
                  <a:pt x="1928" y="1279"/>
                  <a:pt x="1947" y="1334"/>
                </a:cubicBezTo>
                <a:cubicBezTo>
                  <a:pt x="1817" y="1329"/>
                  <a:pt x="1758" y="1225"/>
                  <a:pt x="1758" y="1111"/>
                </a:cubicBezTo>
                <a:close/>
                <a:moveTo>
                  <a:pt x="1726" y="1454"/>
                </a:moveTo>
                <a:cubicBezTo>
                  <a:pt x="1671" y="1451"/>
                  <a:pt x="1615" y="1441"/>
                  <a:pt x="1573" y="1393"/>
                </a:cubicBezTo>
                <a:cubicBezTo>
                  <a:pt x="1668" y="1346"/>
                  <a:pt x="1764" y="1333"/>
                  <a:pt x="1865" y="1346"/>
                </a:cubicBezTo>
                <a:cubicBezTo>
                  <a:pt x="1883" y="1348"/>
                  <a:pt x="1889" y="1360"/>
                  <a:pt x="1894" y="1378"/>
                </a:cubicBezTo>
                <a:cubicBezTo>
                  <a:pt x="1836" y="1382"/>
                  <a:pt x="1780" y="1385"/>
                  <a:pt x="1724" y="1389"/>
                </a:cubicBezTo>
                <a:cubicBezTo>
                  <a:pt x="1724" y="1391"/>
                  <a:pt x="1724" y="1394"/>
                  <a:pt x="1725" y="1396"/>
                </a:cubicBezTo>
                <a:cubicBezTo>
                  <a:pt x="1779" y="1400"/>
                  <a:pt x="1834" y="1403"/>
                  <a:pt x="1898" y="1406"/>
                </a:cubicBezTo>
                <a:cubicBezTo>
                  <a:pt x="1843" y="1455"/>
                  <a:pt x="1783" y="1458"/>
                  <a:pt x="1726" y="1454"/>
                </a:cubicBezTo>
                <a:close/>
                <a:moveTo>
                  <a:pt x="1968" y="1560"/>
                </a:moveTo>
                <a:cubicBezTo>
                  <a:pt x="1917" y="1644"/>
                  <a:pt x="1838" y="1685"/>
                  <a:pt x="1741" y="1700"/>
                </a:cubicBezTo>
                <a:cubicBezTo>
                  <a:pt x="1752" y="1629"/>
                  <a:pt x="1805" y="1525"/>
                  <a:pt x="1855" y="1487"/>
                </a:cubicBezTo>
                <a:cubicBezTo>
                  <a:pt x="1881" y="1467"/>
                  <a:pt x="1908" y="1440"/>
                  <a:pt x="1951" y="1458"/>
                </a:cubicBezTo>
                <a:cubicBezTo>
                  <a:pt x="1934" y="1499"/>
                  <a:pt x="1900" y="1525"/>
                  <a:pt x="1881" y="1562"/>
                </a:cubicBezTo>
                <a:cubicBezTo>
                  <a:pt x="1922" y="1546"/>
                  <a:pt x="1940" y="1505"/>
                  <a:pt x="1974" y="1477"/>
                </a:cubicBezTo>
                <a:cubicBezTo>
                  <a:pt x="1984" y="1507"/>
                  <a:pt x="1983" y="1535"/>
                  <a:pt x="1968" y="1560"/>
                </a:cubicBezTo>
                <a:close/>
                <a:moveTo>
                  <a:pt x="2205" y="1513"/>
                </a:moveTo>
                <a:cubicBezTo>
                  <a:pt x="2162" y="1479"/>
                  <a:pt x="2114" y="1452"/>
                  <a:pt x="2063" y="1419"/>
                </a:cubicBezTo>
                <a:cubicBezTo>
                  <a:pt x="2161" y="1446"/>
                  <a:pt x="2313" y="1556"/>
                  <a:pt x="2325" y="1625"/>
                </a:cubicBezTo>
                <a:cubicBezTo>
                  <a:pt x="2286" y="1588"/>
                  <a:pt x="2248" y="1547"/>
                  <a:pt x="2205" y="1513"/>
                </a:cubicBezTo>
                <a:close/>
                <a:moveTo>
                  <a:pt x="2322" y="1740"/>
                </a:moveTo>
                <a:cubicBezTo>
                  <a:pt x="2291" y="1786"/>
                  <a:pt x="2255" y="1810"/>
                  <a:pt x="2209" y="1812"/>
                </a:cubicBezTo>
                <a:cubicBezTo>
                  <a:pt x="2136" y="1815"/>
                  <a:pt x="2081" y="1778"/>
                  <a:pt x="2026" y="1735"/>
                </a:cubicBezTo>
                <a:cubicBezTo>
                  <a:pt x="2101" y="1657"/>
                  <a:pt x="2241" y="1624"/>
                  <a:pt x="2304" y="1669"/>
                </a:cubicBezTo>
                <a:cubicBezTo>
                  <a:pt x="2311" y="1682"/>
                  <a:pt x="2318" y="1695"/>
                  <a:pt x="2326" y="1710"/>
                </a:cubicBezTo>
                <a:cubicBezTo>
                  <a:pt x="2273" y="1731"/>
                  <a:pt x="2220" y="1725"/>
                  <a:pt x="2164" y="1733"/>
                </a:cubicBezTo>
                <a:cubicBezTo>
                  <a:pt x="2209" y="1749"/>
                  <a:pt x="2261" y="1752"/>
                  <a:pt x="2322" y="1740"/>
                </a:cubicBezTo>
                <a:close/>
                <a:moveTo>
                  <a:pt x="2419" y="1625"/>
                </a:moveTo>
                <a:cubicBezTo>
                  <a:pt x="2415" y="1564"/>
                  <a:pt x="2412" y="1504"/>
                  <a:pt x="2408" y="1443"/>
                </a:cubicBezTo>
                <a:cubicBezTo>
                  <a:pt x="2387" y="1508"/>
                  <a:pt x="2408" y="1577"/>
                  <a:pt x="2386" y="1647"/>
                </a:cubicBezTo>
                <a:cubicBezTo>
                  <a:pt x="2300" y="1560"/>
                  <a:pt x="2326" y="1354"/>
                  <a:pt x="2413" y="1285"/>
                </a:cubicBezTo>
                <a:cubicBezTo>
                  <a:pt x="2418" y="1290"/>
                  <a:pt x="2422" y="1295"/>
                  <a:pt x="2426" y="1301"/>
                </a:cubicBezTo>
                <a:cubicBezTo>
                  <a:pt x="2432" y="1310"/>
                  <a:pt x="2438" y="1320"/>
                  <a:pt x="2442" y="1330"/>
                </a:cubicBezTo>
                <a:cubicBezTo>
                  <a:pt x="2483" y="1417"/>
                  <a:pt x="2481" y="1506"/>
                  <a:pt x="2451" y="1595"/>
                </a:cubicBezTo>
                <a:cubicBezTo>
                  <a:pt x="2446" y="1607"/>
                  <a:pt x="2435" y="1617"/>
                  <a:pt x="2427" y="1628"/>
                </a:cubicBezTo>
                <a:cubicBezTo>
                  <a:pt x="2424" y="1627"/>
                  <a:pt x="2422" y="1626"/>
                  <a:pt x="2419" y="1625"/>
                </a:cubicBezTo>
                <a:close/>
                <a:moveTo>
                  <a:pt x="2890" y="1951"/>
                </a:moveTo>
                <a:cubicBezTo>
                  <a:pt x="2863" y="1991"/>
                  <a:pt x="2825" y="2018"/>
                  <a:pt x="2770" y="2042"/>
                </a:cubicBezTo>
                <a:cubicBezTo>
                  <a:pt x="2733" y="2058"/>
                  <a:pt x="2697" y="2071"/>
                  <a:pt x="2657" y="2066"/>
                </a:cubicBezTo>
                <a:cubicBezTo>
                  <a:pt x="2625" y="2062"/>
                  <a:pt x="2611" y="2052"/>
                  <a:pt x="2597" y="2024"/>
                </a:cubicBezTo>
                <a:cubicBezTo>
                  <a:pt x="2652" y="1999"/>
                  <a:pt x="2719" y="2019"/>
                  <a:pt x="2775" y="1970"/>
                </a:cubicBezTo>
                <a:cubicBezTo>
                  <a:pt x="2750" y="1975"/>
                  <a:pt x="2732" y="1978"/>
                  <a:pt x="2713" y="1982"/>
                </a:cubicBezTo>
                <a:cubicBezTo>
                  <a:pt x="2765" y="1909"/>
                  <a:pt x="2819" y="1899"/>
                  <a:pt x="2890" y="1951"/>
                </a:cubicBezTo>
                <a:close/>
                <a:moveTo>
                  <a:pt x="2565" y="1898"/>
                </a:moveTo>
                <a:cubicBezTo>
                  <a:pt x="2569" y="1845"/>
                  <a:pt x="2586" y="1797"/>
                  <a:pt x="2625" y="1759"/>
                </a:cubicBezTo>
                <a:cubicBezTo>
                  <a:pt x="2642" y="1743"/>
                  <a:pt x="2661" y="1728"/>
                  <a:pt x="2678" y="1712"/>
                </a:cubicBezTo>
                <a:cubicBezTo>
                  <a:pt x="2744" y="1650"/>
                  <a:pt x="2825" y="1638"/>
                  <a:pt x="2914" y="1638"/>
                </a:cubicBezTo>
                <a:cubicBezTo>
                  <a:pt x="2904" y="1670"/>
                  <a:pt x="2897" y="1700"/>
                  <a:pt x="2886" y="1728"/>
                </a:cubicBezTo>
                <a:cubicBezTo>
                  <a:pt x="2844" y="1831"/>
                  <a:pt x="2771" y="1905"/>
                  <a:pt x="2672" y="1955"/>
                </a:cubicBezTo>
                <a:cubicBezTo>
                  <a:pt x="2649" y="1966"/>
                  <a:pt x="2621" y="1966"/>
                  <a:pt x="2596" y="1944"/>
                </a:cubicBezTo>
                <a:cubicBezTo>
                  <a:pt x="2637" y="1887"/>
                  <a:pt x="2677" y="1829"/>
                  <a:pt x="2737" y="1776"/>
                </a:cubicBezTo>
                <a:cubicBezTo>
                  <a:pt x="2720" y="1783"/>
                  <a:pt x="2709" y="1785"/>
                  <a:pt x="2702" y="1791"/>
                </a:cubicBezTo>
                <a:cubicBezTo>
                  <a:pt x="2659" y="1833"/>
                  <a:pt x="2616" y="1877"/>
                  <a:pt x="2569" y="1924"/>
                </a:cubicBezTo>
                <a:cubicBezTo>
                  <a:pt x="2567" y="1914"/>
                  <a:pt x="2564" y="1906"/>
                  <a:pt x="2565" y="1898"/>
                </a:cubicBezTo>
                <a:close/>
                <a:moveTo>
                  <a:pt x="2715" y="1510"/>
                </a:moveTo>
                <a:cubicBezTo>
                  <a:pt x="2756" y="1475"/>
                  <a:pt x="2823" y="1447"/>
                  <a:pt x="2869" y="1442"/>
                </a:cubicBezTo>
                <a:cubicBezTo>
                  <a:pt x="2814" y="1467"/>
                  <a:pt x="2765" y="1489"/>
                  <a:pt x="2715" y="1510"/>
                </a:cubicBezTo>
                <a:close/>
                <a:moveTo>
                  <a:pt x="3071" y="1377"/>
                </a:moveTo>
                <a:cubicBezTo>
                  <a:pt x="3097" y="1332"/>
                  <a:pt x="3148" y="1310"/>
                  <a:pt x="3162" y="1261"/>
                </a:cubicBezTo>
                <a:cubicBezTo>
                  <a:pt x="3129" y="1288"/>
                  <a:pt x="3096" y="1314"/>
                  <a:pt x="3057" y="1345"/>
                </a:cubicBezTo>
                <a:cubicBezTo>
                  <a:pt x="3049" y="1311"/>
                  <a:pt x="3058" y="1290"/>
                  <a:pt x="3073" y="1270"/>
                </a:cubicBezTo>
                <a:cubicBezTo>
                  <a:pt x="3103" y="1229"/>
                  <a:pt x="3144" y="1204"/>
                  <a:pt x="3189" y="1183"/>
                </a:cubicBezTo>
                <a:cubicBezTo>
                  <a:pt x="3222" y="1169"/>
                  <a:pt x="3256" y="1158"/>
                  <a:pt x="3297" y="1165"/>
                </a:cubicBezTo>
                <a:cubicBezTo>
                  <a:pt x="3288" y="1195"/>
                  <a:pt x="3281" y="1223"/>
                  <a:pt x="3270" y="1250"/>
                </a:cubicBezTo>
                <a:cubicBezTo>
                  <a:pt x="3248" y="1302"/>
                  <a:pt x="3212" y="1343"/>
                  <a:pt x="3164" y="1371"/>
                </a:cubicBezTo>
                <a:cubicBezTo>
                  <a:pt x="3137" y="1388"/>
                  <a:pt x="3106" y="1397"/>
                  <a:pt x="3071" y="1377"/>
                </a:cubicBezTo>
                <a:close/>
                <a:moveTo>
                  <a:pt x="3379" y="1738"/>
                </a:moveTo>
                <a:cubicBezTo>
                  <a:pt x="3301" y="1724"/>
                  <a:pt x="3241" y="1688"/>
                  <a:pt x="3197" y="1628"/>
                </a:cubicBezTo>
                <a:cubicBezTo>
                  <a:pt x="3176" y="1599"/>
                  <a:pt x="3160" y="1566"/>
                  <a:pt x="3174" y="1523"/>
                </a:cubicBezTo>
                <a:cubicBezTo>
                  <a:pt x="3220" y="1562"/>
                  <a:pt x="3251" y="1611"/>
                  <a:pt x="3305" y="1635"/>
                </a:cubicBezTo>
                <a:cubicBezTo>
                  <a:pt x="3280" y="1605"/>
                  <a:pt x="3256" y="1574"/>
                  <a:pt x="3225" y="1536"/>
                </a:cubicBezTo>
                <a:cubicBezTo>
                  <a:pt x="3266" y="1550"/>
                  <a:pt x="3300" y="1562"/>
                  <a:pt x="3334" y="1574"/>
                </a:cubicBezTo>
                <a:cubicBezTo>
                  <a:pt x="3337" y="1575"/>
                  <a:pt x="3340" y="1579"/>
                  <a:pt x="3342" y="1583"/>
                </a:cubicBezTo>
                <a:cubicBezTo>
                  <a:pt x="3373" y="1628"/>
                  <a:pt x="3391" y="1677"/>
                  <a:pt x="3379" y="1738"/>
                </a:cubicBezTo>
                <a:close/>
                <a:moveTo>
                  <a:pt x="3366" y="1550"/>
                </a:moveTo>
                <a:cubicBezTo>
                  <a:pt x="3309" y="1547"/>
                  <a:pt x="3260" y="1533"/>
                  <a:pt x="3229" y="1471"/>
                </a:cubicBezTo>
                <a:cubicBezTo>
                  <a:pt x="3249" y="1469"/>
                  <a:pt x="3264" y="1465"/>
                  <a:pt x="3279" y="1465"/>
                </a:cubicBezTo>
                <a:cubicBezTo>
                  <a:pt x="3294" y="1465"/>
                  <a:pt x="3310" y="1469"/>
                  <a:pt x="3325" y="1470"/>
                </a:cubicBezTo>
                <a:cubicBezTo>
                  <a:pt x="3338" y="1472"/>
                  <a:pt x="3352" y="1473"/>
                  <a:pt x="3365" y="1475"/>
                </a:cubicBezTo>
                <a:cubicBezTo>
                  <a:pt x="3323" y="1444"/>
                  <a:pt x="3276" y="1442"/>
                  <a:pt x="3225" y="1442"/>
                </a:cubicBezTo>
                <a:cubicBezTo>
                  <a:pt x="3240" y="1409"/>
                  <a:pt x="3265" y="1402"/>
                  <a:pt x="3292" y="1399"/>
                </a:cubicBezTo>
                <a:cubicBezTo>
                  <a:pt x="3351" y="1393"/>
                  <a:pt x="3409" y="1395"/>
                  <a:pt x="3457" y="1437"/>
                </a:cubicBezTo>
                <a:cubicBezTo>
                  <a:pt x="3485" y="1462"/>
                  <a:pt x="3519" y="1481"/>
                  <a:pt x="3541" y="1522"/>
                </a:cubicBezTo>
                <a:cubicBezTo>
                  <a:pt x="3479" y="1528"/>
                  <a:pt x="3426" y="1553"/>
                  <a:pt x="3366" y="1550"/>
                </a:cubicBezTo>
                <a:close/>
                <a:moveTo>
                  <a:pt x="3373" y="1910"/>
                </a:moveTo>
                <a:cubicBezTo>
                  <a:pt x="3329" y="1929"/>
                  <a:pt x="3321" y="1970"/>
                  <a:pt x="3315" y="2011"/>
                </a:cubicBezTo>
                <a:cubicBezTo>
                  <a:pt x="3312" y="2035"/>
                  <a:pt x="3314" y="2060"/>
                  <a:pt x="3314" y="2085"/>
                </a:cubicBezTo>
                <a:cubicBezTo>
                  <a:pt x="3248" y="2071"/>
                  <a:pt x="3186" y="2059"/>
                  <a:pt x="3121" y="2045"/>
                </a:cubicBezTo>
                <a:cubicBezTo>
                  <a:pt x="3118" y="2058"/>
                  <a:pt x="3113" y="2066"/>
                  <a:pt x="3114" y="2073"/>
                </a:cubicBezTo>
                <a:cubicBezTo>
                  <a:pt x="3119" y="2104"/>
                  <a:pt x="3128" y="2133"/>
                  <a:pt x="3142" y="2160"/>
                </a:cubicBezTo>
                <a:cubicBezTo>
                  <a:pt x="3169" y="2160"/>
                  <a:pt x="3169" y="2160"/>
                  <a:pt x="3169" y="2160"/>
                </a:cubicBezTo>
                <a:cubicBezTo>
                  <a:pt x="3155" y="2134"/>
                  <a:pt x="3139" y="2108"/>
                  <a:pt x="3135" y="2070"/>
                </a:cubicBezTo>
                <a:cubicBezTo>
                  <a:pt x="3194" y="2088"/>
                  <a:pt x="3253" y="2085"/>
                  <a:pt x="3307" y="2111"/>
                </a:cubicBezTo>
                <a:cubicBezTo>
                  <a:pt x="3335" y="2124"/>
                  <a:pt x="3359" y="2139"/>
                  <a:pt x="3376" y="2160"/>
                </a:cubicBezTo>
                <a:cubicBezTo>
                  <a:pt x="3413" y="2160"/>
                  <a:pt x="3413" y="2160"/>
                  <a:pt x="3413" y="2160"/>
                </a:cubicBezTo>
                <a:cubicBezTo>
                  <a:pt x="3389" y="2139"/>
                  <a:pt x="3367" y="2120"/>
                  <a:pt x="3346" y="2101"/>
                </a:cubicBezTo>
                <a:cubicBezTo>
                  <a:pt x="3343" y="2099"/>
                  <a:pt x="3343" y="2094"/>
                  <a:pt x="3342" y="2090"/>
                </a:cubicBezTo>
                <a:cubicBezTo>
                  <a:pt x="3331" y="2036"/>
                  <a:pt x="3332" y="1984"/>
                  <a:pt x="3367" y="1933"/>
                </a:cubicBezTo>
                <a:cubicBezTo>
                  <a:pt x="3434" y="1975"/>
                  <a:pt x="3475" y="2031"/>
                  <a:pt x="3493" y="2103"/>
                </a:cubicBezTo>
                <a:cubicBezTo>
                  <a:pt x="3498" y="2122"/>
                  <a:pt x="3500" y="2141"/>
                  <a:pt x="3497" y="2160"/>
                </a:cubicBezTo>
                <a:cubicBezTo>
                  <a:pt x="3520" y="2160"/>
                  <a:pt x="3520" y="2160"/>
                  <a:pt x="3520" y="2160"/>
                </a:cubicBezTo>
                <a:cubicBezTo>
                  <a:pt x="3519" y="2073"/>
                  <a:pt x="3474" y="1977"/>
                  <a:pt x="3373" y="1910"/>
                </a:cubicBezTo>
                <a:close/>
                <a:moveTo>
                  <a:pt x="3789" y="152"/>
                </a:moveTo>
                <a:cubicBezTo>
                  <a:pt x="3765" y="164"/>
                  <a:pt x="3754" y="158"/>
                  <a:pt x="3747" y="141"/>
                </a:cubicBezTo>
                <a:cubicBezTo>
                  <a:pt x="3742" y="127"/>
                  <a:pt x="3731" y="114"/>
                  <a:pt x="3728" y="99"/>
                </a:cubicBezTo>
                <a:cubicBezTo>
                  <a:pt x="3723" y="76"/>
                  <a:pt x="3710" y="62"/>
                  <a:pt x="3686" y="59"/>
                </a:cubicBezTo>
                <a:cubicBezTo>
                  <a:pt x="3685" y="32"/>
                  <a:pt x="3673" y="14"/>
                  <a:pt x="3656" y="0"/>
                </a:cubicBezTo>
                <a:cubicBezTo>
                  <a:pt x="3596" y="0"/>
                  <a:pt x="3596" y="0"/>
                  <a:pt x="3596" y="0"/>
                </a:cubicBezTo>
                <a:cubicBezTo>
                  <a:pt x="3609" y="12"/>
                  <a:pt x="3621" y="25"/>
                  <a:pt x="3632" y="39"/>
                </a:cubicBezTo>
                <a:cubicBezTo>
                  <a:pt x="3646" y="59"/>
                  <a:pt x="3658" y="81"/>
                  <a:pt x="3685" y="88"/>
                </a:cubicBezTo>
                <a:cubicBezTo>
                  <a:pt x="3693" y="90"/>
                  <a:pt x="3700" y="100"/>
                  <a:pt x="3705" y="108"/>
                </a:cubicBezTo>
                <a:cubicBezTo>
                  <a:pt x="3760" y="203"/>
                  <a:pt x="3799" y="305"/>
                  <a:pt x="3820" y="412"/>
                </a:cubicBezTo>
                <a:cubicBezTo>
                  <a:pt x="3828" y="450"/>
                  <a:pt x="3825" y="487"/>
                  <a:pt x="3815" y="524"/>
                </a:cubicBezTo>
                <a:cubicBezTo>
                  <a:pt x="3811" y="539"/>
                  <a:pt x="3810" y="553"/>
                  <a:pt x="3808" y="568"/>
                </a:cubicBezTo>
                <a:cubicBezTo>
                  <a:pt x="3820" y="575"/>
                  <a:pt x="3830" y="577"/>
                  <a:pt x="3840" y="576"/>
                </a:cubicBezTo>
                <a:cubicBezTo>
                  <a:pt x="3840" y="343"/>
                  <a:pt x="3840" y="343"/>
                  <a:pt x="3840" y="343"/>
                </a:cubicBezTo>
                <a:cubicBezTo>
                  <a:pt x="3834" y="333"/>
                  <a:pt x="3829" y="322"/>
                  <a:pt x="3826" y="311"/>
                </a:cubicBezTo>
                <a:cubicBezTo>
                  <a:pt x="3810" y="261"/>
                  <a:pt x="3761" y="219"/>
                  <a:pt x="3789" y="152"/>
                </a:cubicBezTo>
                <a:close/>
                <a:moveTo>
                  <a:pt x="3741" y="24"/>
                </a:moveTo>
                <a:cubicBezTo>
                  <a:pt x="3735" y="16"/>
                  <a:pt x="3730" y="8"/>
                  <a:pt x="3724" y="0"/>
                </a:cubicBezTo>
                <a:cubicBezTo>
                  <a:pt x="3694" y="0"/>
                  <a:pt x="3694" y="0"/>
                  <a:pt x="3694" y="0"/>
                </a:cubicBezTo>
                <a:cubicBezTo>
                  <a:pt x="3705" y="13"/>
                  <a:pt x="3717" y="27"/>
                  <a:pt x="3728" y="41"/>
                </a:cubicBezTo>
                <a:cubicBezTo>
                  <a:pt x="3773" y="97"/>
                  <a:pt x="3810" y="157"/>
                  <a:pt x="3840" y="221"/>
                </a:cubicBezTo>
                <a:cubicBezTo>
                  <a:pt x="3840" y="174"/>
                  <a:pt x="3840" y="174"/>
                  <a:pt x="3840" y="174"/>
                </a:cubicBezTo>
                <a:cubicBezTo>
                  <a:pt x="3812" y="121"/>
                  <a:pt x="3779" y="71"/>
                  <a:pt x="3741" y="24"/>
                </a:cubicBezTo>
                <a:close/>
                <a:moveTo>
                  <a:pt x="3803" y="228"/>
                </a:moveTo>
                <a:cubicBezTo>
                  <a:pt x="3807" y="250"/>
                  <a:pt x="3809" y="269"/>
                  <a:pt x="3840" y="265"/>
                </a:cubicBezTo>
                <a:cubicBezTo>
                  <a:pt x="3840" y="261"/>
                  <a:pt x="3840" y="261"/>
                  <a:pt x="3840" y="261"/>
                </a:cubicBezTo>
                <a:cubicBezTo>
                  <a:pt x="3835" y="242"/>
                  <a:pt x="3828" y="228"/>
                  <a:pt x="3803" y="228"/>
                </a:cubicBezTo>
                <a:close/>
                <a:moveTo>
                  <a:pt x="3840" y="1211"/>
                </a:moveTo>
                <a:cubicBezTo>
                  <a:pt x="3840" y="1188"/>
                  <a:pt x="3840" y="1188"/>
                  <a:pt x="3840" y="1188"/>
                </a:cubicBezTo>
                <a:cubicBezTo>
                  <a:pt x="3816" y="1174"/>
                  <a:pt x="3790" y="1162"/>
                  <a:pt x="3762" y="1158"/>
                </a:cubicBezTo>
                <a:cubicBezTo>
                  <a:pt x="3786" y="1177"/>
                  <a:pt x="3815" y="1192"/>
                  <a:pt x="3840" y="1211"/>
                </a:cubicBezTo>
                <a:close/>
                <a:moveTo>
                  <a:pt x="118" y="70"/>
                </a:moveTo>
                <a:cubicBezTo>
                  <a:pt x="134" y="136"/>
                  <a:pt x="149" y="198"/>
                  <a:pt x="164" y="262"/>
                </a:cubicBezTo>
                <a:cubicBezTo>
                  <a:pt x="177" y="259"/>
                  <a:pt x="187" y="260"/>
                  <a:pt x="193" y="256"/>
                </a:cubicBezTo>
                <a:cubicBezTo>
                  <a:pt x="245" y="221"/>
                  <a:pt x="283" y="172"/>
                  <a:pt x="307" y="115"/>
                </a:cubicBezTo>
                <a:cubicBezTo>
                  <a:pt x="322" y="78"/>
                  <a:pt x="319" y="39"/>
                  <a:pt x="314" y="0"/>
                </a:cubicBezTo>
                <a:cubicBezTo>
                  <a:pt x="294" y="0"/>
                  <a:pt x="294" y="0"/>
                  <a:pt x="294" y="0"/>
                </a:cubicBezTo>
                <a:cubicBezTo>
                  <a:pt x="301" y="53"/>
                  <a:pt x="298" y="105"/>
                  <a:pt x="262" y="151"/>
                </a:cubicBezTo>
                <a:cubicBezTo>
                  <a:pt x="239" y="180"/>
                  <a:pt x="222" y="214"/>
                  <a:pt x="181" y="239"/>
                </a:cubicBezTo>
                <a:cubicBezTo>
                  <a:pt x="172" y="177"/>
                  <a:pt x="145" y="125"/>
                  <a:pt x="145" y="65"/>
                </a:cubicBezTo>
                <a:cubicBezTo>
                  <a:pt x="145" y="42"/>
                  <a:pt x="147" y="20"/>
                  <a:pt x="153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26" y="11"/>
                  <a:pt x="123" y="23"/>
                  <a:pt x="120" y="34"/>
                </a:cubicBezTo>
                <a:cubicBezTo>
                  <a:pt x="119" y="38"/>
                  <a:pt x="114" y="41"/>
                  <a:pt x="111" y="43"/>
                </a:cubicBezTo>
                <a:cubicBezTo>
                  <a:pt x="78" y="68"/>
                  <a:pt x="42" y="86"/>
                  <a:pt x="0" y="89"/>
                </a:cubicBezTo>
                <a:cubicBezTo>
                  <a:pt x="0" y="112"/>
                  <a:pt x="0" y="112"/>
                  <a:pt x="0" y="112"/>
                </a:cubicBezTo>
                <a:cubicBezTo>
                  <a:pt x="17" y="111"/>
                  <a:pt x="34" y="106"/>
                  <a:pt x="51" y="101"/>
                </a:cubicBezTo>
                <a:cubicBezTo>
                  <a:pt x="74" y="93"/>
                  <a:pt x="96" y="81"/>
                  <a:pt x="118" y="70"/>
                </a:cubicBezTo>
                <a:close/>
                <a:moveTo>
                  <a:pt x="3428" y="2160"/>
                </a:moveTo>
                <a:cubicBezTo>
                  <a:pt x="3454" y="2160"/>
                  <a:pt x="3454" y="2160"/>
                  <a:pt x="3454" y="2160"/>
                </a:cubicBezTo>
                <a:cubicBezTo>
                  <a:pt x="3439" y="2122"/>
                  <a:pt x="3425" y="2085"/>
                  <a:pt x="3396" y="2055"/>
                </a:cubicBezTo>
                <a:cubicBezTo>
                  <a:pt x="3406" y="2088"/>
                  <a:pt x="3416" y="2122"/>
                  <a:pt x="3428" y="2160"/>
                </a:cubicBezTo>
                <a:close/>
                <a:moveTo>
                  <a:pt x="61" y="0"/>
                </a:moveTo>
                <a:cubicBezTo>
                  <a:pt x="59" y="3"/>
                  <a:pt x="58" y="6"/>
                  <a:pt x="57" y="9"/>
                </a:cubicBezTo>
                <a:cubicBezTo>
                  <a:pt x="60" y="6"/>
                  <a:pt x="63" y="3"/>
                  <a:pt x="67" y="0"/>
                </a:cubicBezTo>
                <a:lnTo>
                  <a:pt x="61" y="0"/>
                </a:lnTo>
                <a:close/>
                <a:moveTo>
                  <a:pt x="117" y="1012"/>
                </a:moveTo>
                <a:cubicBezTo>
                  <a:pt x="94" y="956"/>
                  <a:pt x="66" y="904"/>
                  <a:pt x="18" y="867"/>
                </a:cubicBezTo>
                <a:cubicBezTo>
                  <a:pt x="12" y="862"/>
                  <a:pt x="6" y="858"/>
                  <a:pt x="0" y="853"/>
                </a:cubicBezTo>
                <a:cubicBezTo>
                  <a:pt x="0" y="878"/>
                  <a:pt x="0" y="878"/>
                  <a:pt x="0" y="878"/>
                </a:cubicBezTo>
                <a:cubicBezTo>
                  <a:pt x="15" y="890"/>
                  <a:pt x="29" y="905"/>
                  <a:pt x="42" y="921"/>
                </a:cubicBezTo>
                <a:cubicBezTo>
                  <a:pt x="59" y="944"/>
                  <a:pt x="74" y="969"/>
                  <a:pt x="91" y="996"/>
                </a:cubicBezTo>
                <a:cubicBezTo>
                  <a:pt x="59" y="1010"/>
                  <a:pt x="30" y="1012"/>
                  <a:pt x="0" y="1009"/>
                </a:cubicBezTo>
                <a:cubicBezTo>
                  <a:pt x="0" y="1030"/>
                  <a:pt x="0" y="1030"/>
                  <a:pt x="0" y="1030"/>
                </a:cubicBezTo>
                <a:cubicBezTo>
                  <a:pt x="38" y="1033"/>
                  <a:pt x="77" y="1028"/>
                  <a:pt x="117" y="1012"/>
                </a:cubicBezTo>
                <a:close/>
                <a:moveTo>
                  <a:pt x="155" y="746"/>
                </a:moveTo>
                <a:cubicBezTo>
                  <a:pt x="202" y="706"/>
                  <a:pt x="237" y="654"/>
                  <a:pt x="255" y="594"/>
                </a:cubicBezTo>
                <a:cubicBezTo>
                  <a:pt x="257" y="587"/>
                  <a:pt x="253" y="578"/>
                  <a:pt x="252" y="565"/>
                </a:cubicBezTo>
                <a:cubicBezTo>
                  <a:pt x="186" y="570"/>
                  <a:pt x="122" y="575"/>
                  <a:pt x="56" y="580"/>
                </a:cubicBezTo>
                <a:cubicBezTo>
                  <a:pt x="58" y="555"/>
                  <a:pt x="64" y="531"/>
                  <a:pt x="64" y="506"/>
                </a:cubicBezTo>
                <a:cubicBezTo>
                  <a:pt x="64" y="465"/>
                  <a:pt x="61" y="423"/>
                  <a:pt x="19" y="399"/>
                </a:cubicBezTo>
                <a:cubicBezTo>
                  <a:pt x="13" y="402"/>
                  <a:pt x="6" y="405"/>
                  <a:pt x="0" y="409"/>
                </a:cubicBezTo>
                <a:cubicBezTo>
                  <a:pt x="0" y="433"/>
                  <a:pt x="0" y="433"/>
                  <a:pt x="0" y="433"/>
                </a:cubicBezTo>
                <a:cubicBezTo>
                  <a:pt x="7" y="429"/>
                  <a:pt x="15" y="426"/>
                  <a:pt x="22" y="422"/>
                </a:cubicBezTo>
                <a:cubicBezTo>
                  <a:pt x="50" y="478"/>
                  <a:pt x="45" y="529"/>
                  <a:pt x="27" y="581"/>
                </a:cubicBezTo>
                <a:cubicBezTo>
                  <a:pt x="26" y="585"/>
                  <a:pt x="24" y="590"/>
                  <a:pt x="21" y="592"/>
                </a:cubicBezTo>
                <a:cubicBezTo>
                  <a:pt x="14" y="597"/>
                  <a:pt x="7" y="601"/>
                  <a:pt x="0" y="606"/>
                </a:cubicBezTo>
                <a:cubicBezTo>
                  <a:pt x="0" y="633"/>
                  <a:pt x="0" y="633"/>
                  <a:pt x="0" y="633"/>
                </a:cubicBezTo>
                <a:cubicBezTo>
                  <a:pt x="17" y="622"/>
                  <a:pt x="37" y="614"/>
                  <a:pt x="59" y="606"/>
                </a:cubicBezTo>
                <a:cubicBezTo>
                  <a:pt x="116" y="588"/>
                  <a:pt x="174" y="599"/>
                  <a:pt x="235" y="588"/>
                </a:cubicBezTo>
                <a:cubicBezTo>
                  <a:pt x="224" y="635"/>
                  <a:pt x="196" y="661"/>
                  <a:pt x="175" y="692"/>
                </a:cubicBezTo>
                <a:cubicBezTo>
                  <a:pt x="139" y="745"/>
                  <a:pt x="84" y="762"/>
                  <a:pt x="25" y="772"/>
                </a:cubicBezTo>
                <a:cubicBezTo>
                  <a:pt x="17" y="773"/>
                  <a:pt x="8" y="774"/>
                  <a:pt x="0" y="773"/>
                </a:cubicBezTo>
                <a:cubicBezTo>
                  <a:pt x="0" y="795"/>
                  <a:pt x="0" y="795"/>
                  <a:pt x="0" y="795"/>
                </a:cubicBezTo>
                <a:cubicBezTo>
                  <a:pt x="9" y="795"/>
                  <a:pt x="17" y="794"/>
                  <a:pt x="26" y="792"/>
                </a:cubicBezTo>
                <a:cubicBezTo>
                  <a:pt x="72" y="783"/>
                  <a:pt x="119" y="776"/>
                  <a:pt x="155" y="746"/>
                </a:cubicBezTo>
                <a:close/>
                <a:moveTo>
                  <a:pt x="2102" y="2101"/>
                </a:moveTo>
                <a:cubicBezTo>
                  <a:pt x="2066" y="2112"/>
                  <a:pt x="2034" y="2138"/>
                  <a:pt x="1997" y="2159"/>
                </a:cubicBezTo>
                <a:cubicBezTo>
                  <a:pt x="1986" y="2061"/>
                  <a:pt x="1945" y="1973"/>
                  <a:pt x="1884" y="1890"/>
                </a:cubicBezTo>
                <a:cubicBezTo>
                  <a:pt x="1880" y="1898"/>
                  <a:pt x="1876" y="1903"/>
                  <a:pt x="1876" y="1907"/>
                </a:cubicBezTo>
                <a:cubicBezTo>
                  <a:pt x="1879" y="1958"/>
                  <a:pt x="1854" y="2001"/>
                  <a:pt x="1834" y="2046"/>
                </a:cubicBezTo>
                <a:cubicBezTo>
                  <a:pt x="1818" y="2082"/>
                  <a:pt x="1798" y="2117"/>
                  <a:pt x="1779" y="2154"/>
                </a:cubicBezTo>
                <a:cubicBezTo>
                  <a:pt x="1752" y="2146"/>
                  <a:pt x="1721" y="2139"/>
                  <a:pt x="1691" y="2130"/>
                </a:cubicBezTo>
                <a:cubicBezTo>
                  <a:pt x="1660" y="2121"/>
                  <a:pt x="1630" y="2111"/>
                  <a:pt x="1598" y="2100"/>
                </a:cubicBezTo>
                <a:cubicBezTo>
                  <a:pt x="1591" y="2121"/>
                  <a:pt x="1589" y="2141"/>
                  <a:pt x="1591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0" y="2151"/>
                  <a:pt x="1612" y="2141"/>
                  <a:pt x="1612" y="2136"/>
                </a:cubicBezTo>
                <a:cubicBezTo>
                  <a:pt x="1647" y="2143"/>
                  <a:pt x="1678" y="2151"/>
                  <a:pt x="1710" y="2157"/>
                </a:cubicBezTo>
                <a:cubicBezTo>
                  <a:pt x="1715" y="2158"/>
                  <a:pt x="1720" y="2159"/>
                  <a:pt x="1725" y="2160"/>
                </a:cubicBezTo>
                <a:cubicBezTo>
                  <a:pt x="1808" y="2160"/>
                  <a:pt x="1808" y="2160"/>
                  <a:pt x="1808" y="2160"/>
                </a:cubicBezTo>
                <a:cubicBezTo>
                  <a:pt x="1811" y="2140"/>
                  <a:pt x="1819" y="2119"/>
                  <a:pt x="1830" y="2099"/>
                </a:cubicBezTo>
                <a:cubicBezTo>
                  <a:pt x="1856" y="2052"/>
                  <a:pt x="1884" y="2007"/>
                  <a:pt x="1898" y="1950"/>
                </a:cubicBezTo>
                <a:cubicBezTo>
                  <a:pt x="1913" y="1978"/>
                  <a:pt x="1930" y="2005"/>
                  <a:pt x="1943" y="2034"/>
                </a:cubicBezTo>
                <a:cubicBezTo>
                  <a:pt x="1959" y="2074"/>
                  <a:pt x="1971" y="2116"/>
                  <a:pt x="1974" y="2160"/>
                </a:cubicBezTo>
                <a:cubicBezTo>
                  <a:pt x="2037" y="2160"/>
                  <a:pt x="2037" y="2160"/>
                  <a:pt x="2037" y="2160"/>
                </a:cubicBezTo>
                <a:cubicBezTo>
                  <a:pt x="2053" y="2146"/>
                  <a:pt x="2074" y="2137"/>
                  <a:pt x="2093" y="2126"/>
                </a:cubicBezTo>
                <a:cubicBezTo>
                  <a:pt x="2112" y="2116"/>
                  <a:pt x="2134" y="2110"/>
                  <a:pt x="2158" y="2121"/>
                </a:cubicBezTo>
                <a:cubicBezTo>
                  <a:pt x="2152" y="2135"/>
                  <a:pt x="2146" y="2148"/>
                  <a:pt x="2141" y="2160"/>
                </a:cubicBezTo>
                <a:cubicBezTo>
                  <a:pt x="2166" y="2160"/>
                  <a:pt x="2166" y="2160"/>
                  <a:pt x="2166" y="2160"/>
                </a:cubicBezTo>
                <a:cubicBezTo>
                  <a:pt x="2179" y="2141"/>
                  <a:pt x="2198" y="2125"/>
                  <a:pt x="2227" y="2114"/>
                </a:cubicBezTo>
                <a:cubicBezTo>
                  <a:pt x="2180" y="2097"/>
                  <a:pt x="2139" y="2090"/>
                  <a:pt x="2102" y="2101"/>
                </a:cubicBezTo>
                <a:close/>
                <a:moveTo>
                  <a:pt x="122" y="1678"/>
                </a:moveTo>
                <a:cubicBezTo>
                  <a:pt x="128" y="1647"/>
                  <a:pt x="135" y="1616"/>
                  <a:pt x="141" y="1589"/>
                </a:cubicBezTo>
                <a:cubicBezTo>
                  <a:pt x="182" y="1588"/>
                  <a:pt x="222" y="1586"/>
                  <a:pt x="262" y="1588"/>
                </a:cubicBezTo>
                <a:cubicBezTo>
                  <a:pt x="311" y="1590"/>
                  <a:pt x="360" y="1587"/>
                  <a:pt x="405" y="1613"/>
                </a:cubicBezTo>
                <a:cubicBezTo>
                  <a:pt x="409" y="1615"/>
                  <a:pt x="415" y="1613"/>
                  <a:pt x="424" y="1613"/>
                </a:cubicBezTo>
                <a:cubicBezTo>
                  <a:pt x="377" y="1521"/>
                  <a:pt x="317" y="1445"/>
                  <a:pt x="234" y="1391"/>
                </a:cubicBezTo>
                <a:cubicBezTo>
                  <a:pt x="270" y="1367"/>
                  <a:pt x="307" y="1351"/>
                  <a:pt x="333" y="1323"/>
                </a:cubicBezTo>
                <a:cubicBezTo>
                  <a:pt x="360" y="1295"/>
                  <a:pt x="372" y="1255"/>
                  <a:pt x="378" y="1206"/>
                </a:cubicBezTo>
                <a:cubicBezTo>
                  <a:pt x="339" y="1242"/>
                  <a:pt x="299" y="1245"/>
                  <a:pt x="257" y="1240"/>
                </a:cubicBezTo>
                <a:cubicBezTo>
                  <a:pt x="232" y="1238"/>
                  <a:pt x="207" y="1235"/>
                  <a:pt x="183" y="1231"/>
                </a:cubicBezTo>
                <a:cubicBezTo>
                  <a:pt x="136" y="1223"/>
                  <a:pt x="90" y="1227"/>
                  <a:pt x="46" y="1243"/>
                </a:cubicBezTo>
                <a:cubicBezTo>
                  <a:pt x="29" y="1250"/>
                  <a:pt x="14" y="1257"/>
                  <a:pt x="0" y="1268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19" y="1545"/>
                  <a:pt x="24" y="1579"/>
                  <a:pt x="40" y="1609"/>
                </a:cubicBezTo>
                <a:cubicBezTo>
                  <a:pt x="37" y="1582"/>
                  <a:pt x="34" y="1555"/>
                  <a:pt x="30" y="1524"/>
                </a:cubicBezTo>
                <a:cubicBezTo>
                  <a:pt x="57" y="1540"/>
                  <a:pt x="80" y="1555"/>
                  <a:pt x="108" y="1571"/>
                </a:cubicBezTo>
                <a:cubicBezTo>
                  <a:pt x="118" y="1594"/>
                  <a:pt x="115" y="1621"/>
                  <a:pt x="107" y="1648"/>
                </a:cubicBezTo>
                <a:cubicBezTo>
                  <a:pt x="98" y="1680"/>
                  <a:pt x="91" y="1711"/>
                  <a:pt x="82" y="1745"/>
                </a:cubicBezTo>
                <a:cubicBezTo>
                  <a:pt x="77" y="1743"/>
                  <a:pt x="68" y="1740"/>
                  <a:pt x="61" y="1735"/>
                </a:cubicBezTo>
                <a:cubicBezTo>
                  <a:pt x="37" y="1714"/>
                  <a:pt x="17" y="1691"/>
                  <a:pt x="0" y="1667"/>
                </a:cubicBezTo>
                <a:cubicBezTo>
                  <a:pt x="0" y="1705"/>
                  <a:pt x="0" y="1705"/>
                  <a:pt x="0" y="1705"/>
                </a:cubicBezTo>
                <a:cubicBezTo>
                  <a:pt x="27" y="1740"/>
                  <a:pt x="59" y="1767"/>
                  <a:pt x="107" y="1774"/>
                </a:cubicBezTo>
                <a:cubicBezTo>
                  <a:pt x="112" y="1741"/>
                  <a:pt x="117" y="1709"/>
                  <a:pt x="122" y="1678"/>
                </a:cubicBezTo>
                <a:close/>
                <a:moveTo>
                  <a:pt x="28" y="1374"/>
                </a:moveTo>
                <a:cubicBezTo>
                  <a:pt x="30" y="1346"/>
                  <a:pt x="52" y="1339"/>
                  <a:pt x="70" y="1331"/>
                </a:cubicBezTo>
                <a:cubicBezTo>
                  <a:pt x="88" y="1323"/>
                  <a:pt x="108" y="1317"/>
                  <a:pt x="126" y="1304"/>
                </a:cubicBezTo>
                <a:cubicBezTo>
                  <a:pt x="100" y="1308"/>
                  <a:pt x="73" y="1312"/>
                  <a:pt x="44" y="1316"/>
                </a:cubicBezTo>
                <a:cubicBezTo>
                  <a:pt x="55" y="1286"/>
                  <a:pt x="77" y="1270"/>
                  <a:pt x="104" y="1264"/>
                </a:cubicBezTo>
                <a:cubicBezTo>
                  <a:pt x="137" y="1256"/>
                  <a:pt x="171" y="1249"/>
                  <a:pt x="207" y="1255"/>
                </a:cubicBezTo>
                <a:cubicBezTo>
                  <a:pt x="249" y="1262"/>
                  <a:pt x="293" y="1261"/>
                  <a:pt x="340" y="1264"/>
                </a:cubicBezTo>
                <a:cubicBezTo>
                  <a:pt x="340" y="1291"/>
                  <a:pt x="324" y="1308"/>
                  <a:pt x="307" y="1320"/>
                </a:cubicBezTo>
                <a:cubicBezTo>
                  <a:pt x="274" y="1342"/>
                  <a:pt x="243" y="1372"/>
                  <a:pt x="197" y="1358"/>
                </a:cubicBezTo>
                <a:cubicBezTo>
                  <a:pt x="168" y="1374"/>
                  <a:pt x="139" y="1354"/>
                  <a:pt x="111" y="1358"/>
                </a:cubicBezTo>
                <a:cubicBezTo>
                  <a:pt x="84" y="1361"/>
                  <a:pt x="57" y="1368"/>
                  <a:pt x="28" y="1374"/>
                </a:cubicBezTo>
                <a:close/>
                <a:moveTo>
                  <a:pt x="41" y="1476"/>
                </a:moveTo>
                <a:cubicBezTo>
                  <a:pt x="40" y="1473"/>
                  <a:pt x="39" y="1471"/>
                  <a:pt x="39" y="1468"/>
                </a:cubicBezTo>
                <a:cubicBezTo>
                  <a:pt x="39" y="1465"/>
                  <a:pt x="39" y="1462"/>
                  <a:pt x="40" y="1456"/>
                </a:cubicBezTo>
                <a:cubicBezTo>
                  <a:pt x="87" y="1450"/>
                  <a:pt x="131" y="1470"/>
                  <a:pt x="176" y="1477"/>
                </a:cubicBezTo>
                <a:cubicBezTo>
                  <a:pt x="138" y="1447"/>
                  <a:pt x="92" y="1439"/>
                  <a:pt x="47" y="1425"/>
                </a:cubicBezTo>
                <a:cubicBezTo>
                  <a:pt x="85" y="1376"/>
                  <a:pt x="123" y="1367"/>
                  <a:pt x="186" y="1393"/>
                </a:cubicBezTo>
                <a:cubicBezTo>
                  <a:pt x="241" y="1416"/>
                  <a:pt x="284" y="1453"/>
                  <a:pt x="322" y="1496"/>
                </a:cubicBezTo>
                <a:cubicBezTo>
                  <a:pt x="342" y="1520"/>
                  <a:pt x="358" y="1548"/>
                  <a:pt x="377" y="1573"/>
                </a:cubicBezTo>
                <a:cubicBezTo>
                  <a:pt x="319" y="1561"/>
                  <a:pt x="266" y="1566"/>
                  <a:pt x="213" y="1568"/>
                </a:cubicBezTo>
                <a:cubicBezTo>
                  <a:pt x="138" y="1570"/>
                  <a:pt x="81" y="1539"/>
                  <a:pt x="41" y="1476"/>
                </a:cubicBezTo>
                <a:close/>
                <a:moveTo>
                  <a:pt x="1366" y="1620"/>
                </a:moveTo>
                <a:cubicBezTo>
                  <a:pt x="1352" y="1517"/>
                  <a:pt x="1304" y="1433"/>
                  <a:pt x="1242" y="1352"/>
                </a:cubicBezTo>
                <a:cubicBezTo>
                  <a:pt x="1235" y="1355"/>
                  <a:pt x="1227" y="1358"/>
                  <a:pt x="1222" y="1363"/>
                </a:cubicBezTo>
                <a:cubicBezTo>
                  <a:pt x="1162" y="1433"/>
                  <a:pt x="1123" y="1510"/>
                  <a:pt x="1130" y="1607"/>
                </a:cubicBezTo>
                <a:cubicBezTo>
                  <a:pt x="1135" y="1669"/>
                  <a:pt x="1137" y="1730"/>
                  <a:pt x="1157" y="1789"/>
                </a:cubicBezTo>
                <a:cubicBezTo>
                  <a:pt x="1072" y="1703"/>
                  <a:pt x="1019" y="1605"/>
                  <a:pt x="1035" y="1479"/>
                </a:cubicBezTo>
                <a:cubicBezTo>
                  <a:pt x="1043" y="1414"/>
                  <a:pt x="1054" y="1348"/>
                  <a:pt x="1082" y="1289"/>
                </a:cubicBezTo>
                <a:cubicBezTo>
                  <a:pt x="1118" y="1215"/>
                  <a:pt x="1157" y="1142"/>
                  <a:pt x="1225" y="1086"/>
                </a:cubicBezTo>
                <a:cubicBezTo>
                  <a:pt x="1304" y="1180"/>
                  <a:pt x="1477" y="1206"/>
                  <a:pt x="1620" y="1082"/>
                </a:cubicBezTo>
                <a:cubicBezTo>
                  <a:pt x="1613" y="1035"/>
                  <a:pt x="1576" y="1016"/>
                  <a:pt x="1538" y="999"/>
                </a:cubicBezTo>
                <a:cubicBezTo>
                  <a:pt x="1515" y="990"/>
                  <a:pt x="1491" y="985"/>
                  <a:pt x="1467" y="978"/>
                </a:cubicBezTo>
                <a:cubicBezTo>
                  <a:pt x="1498" y="919"/>
                  <a:pt x="1527" y="862"/>
                  <a:pt x="1557" y="803"/>
                </a:cubicBezTo>
                <a:cubicBezTo>
                  <a:pt x="1545" y="796"/>
                  <a:pt x="1539" y="790"/>
                  <a:pt x="1532" y="789"/>
                </a:cubicBezTo>
                <a:cubicBezTo>
                  <a:pt x="1469" y="782"/>
                  <a:pt x="1408" y="794"/>
                  <a:pt x="1353" y="822"/>
                </a:cubicBezTo>
                <a:cubicBezTo>
                  <a:pt x="1311" y="843"/>
                  <a:pt x="1286" y="884"/>
                  <a:pt x="1260" y="923"/>
                </a:cubicBezTo>
                <a:cubicBezTo>
                  <a:pt x="1237" y="957"/>
                  <a:pt x="1226" y="995"/>
                  <a:pt x="1219" y="1036"/>
                </a:cubicBezTo>
                <a:cubicBezTo>
                  <a:pt x="1217" y="1051"/>
                  <a:pt x="1214" y="1066"/>
                  <a:pt x="1191" y="1072"/>
                </a:cubicBezTo>
                <a:cubicBezTo>
                  <a:pt x="1210" y="1013"/>
                  <a:pt x="1203" y="956"/>
                  <a:pt x="1188" y="900"/>
                </a:cubicBezTo>
                <a:cubicBezTo>
                  <a:pt x="1172" y="842"/>
                  <a:pt x="1136" y="796"/>
                  <a:pt x="1093" y="753"/>
                </a:cubicBezTo>
                <a:cubicBezTo>
                  <a:pt x="1035" y="812"/>
                  <a:pt x="1014" y="884"/>
                  <a:pt x="1012" y="963"/>
                </a:cubicBezTo>
                <a:cubicBezTo>
                  <a:pt x="1010" y="1041"/>
                  <a:pt x="1033" y="1112"/>
                  <a:pt x="1093" y="1168"/>
                </a:cubicBezTo>
                <a:cubicBezTo>
                  <a:pt x="1011" y="1293"/>
                  <a:pt x="968" y="1427"/>
                  <a:pt x="977" y="1576"/>
                </a:cubicBezTo>
                <a:cubicBezTo>
                  <a:pt x="878" y="1473"/>
                  <a:pt x="811" y="1350"/>
                  <a:pt x="752" y="1221"/>
                </a:cubicBezTo>
                <a:cubicBezTo>
                  <a:pt x="772" y="1204"/>
                  <a:pt x="792" y="1190"/>
                  <a:pt x="808" y="1173"/>
                </a:cubicBezTo>
                <a:cubicBezTo>
                  <a:pt x="859" y="1119"/>
                  <a:pt x="893" y="1055"/>
                  <a:pt x="904" y="981"/>
                </a:cubicBezTo>
                <a:cubicBezTo>
                  <a:pt x="909" y="946"/>
                  <a:pt x="903" y="909"/>
                  <a:pt x="900" y="873"/>
                </a:cubicBezTo>
                <a:cubicBezTo>
                  <a:pt x="899" y="859"/>
                  <a:pt x="888" y="854"/>
                  <a:pt x="873" y="853"/>
                </a:cubicBezTo>
                <a:cubicBezTo>
                  <a:pt x="833" y="852"/>
                  <a:pt x="803" y="873"/>
                  <a:pt x="774" y="893"/>
                </a:cubicBezTo>
                <a:cubicBezTo>
                  <a:pt x="750" y="910"/>
                  <a:pt x="731" y="933"/>
                  <a:pt x="708" y="955"/>
                </a:cubicBezTo>
                <a:cubicBezTo>
                  <a:pt x="690" y="891"/>
                  <a:pt x="689" y="826"/>
                  <a:pt x="685" y="757"/>
                </a:cubicBezTo>
                <a:cubicBezTo>
                  <a:pt x="706" y="764"/>
                  <a:pt x="723" y="773"/>
                  <a:pt x="741" y="776"/>
                </a:cubicBezTo>
                <a:cubicBezTo>
                  <a:pt x="787" y="782"/>
                  <a:pt x="823" y="759"/>
                  <a:pt x="852" y="728"/>
                </a:cubicBezTo>
                <a:cubicBezTo>
                  <a:pt x="884" y="694"/>
                  <a:pt x="906" y="654"/>
                  <a:pt x="917" y="607"/>
                </a:cubicBezTo>
                <a:cubicBezTo>
                  <a:pt x="923" y="583"/>
                  <a:pt x="930" y="559"/>
                  <a:pt x="937" y="535"/>
                </a:cubicBezTo>
                <a:cubicBezTo>
                  <a:pt x="949" y="495"/>
                  <a:pt x="968" y="459"/>
                  <a:pt x="1016" y="438"/>
                </a:cubicBezTo>
                <a:cubicBezTo>
                  <a:pt x="968" y="423"/>
                  <a:pt x="927" y="419"/>
                  <a:pt x="891" y="433"/>
                </a:cubicBezTo>
                <a:cubicBezTo>
                  <a:pt x="855" y="446"/>
                  <a:pt x="825" y="474"/>
                  <a:pt x="790" y="498"/>
                </a:cubicBezTo>
                <a:cubicBezTo>
                  <a:pt x="772" y="400"/>
                  <a:pt x="725" y="315"/>
                  <a:pt x="659" y="236"/>
                </a:cubicBezTo>
                <a:cubicBezTo>
                  <a:pt x="655" y="244"/>
                  <a:pt x="651" y="249"/>
                  <a:pt x="652" y="253"/>
                </a:cubicBezTo>
                <a:cubicBezTo>
                  <a:pt x="658" y="304"/>
                  <a:pt x="636" y="349"/>
                  <a:pt x="619" y="395"/>
                </a:cubicBezTo>
                <a:cubicBezTo>
                  <a:pt x="605" y="432"/>
                  <a:pt x="588" y="468"/>
                  <a:pt x="571" y="506"/>
                </a:cubicBezTo>
                <a:cubicBezTo>
                  <a:pt x="544" y="501"/>
                  <a:pt x="512" y="495"/>
                  <a:pt x="482" y="488"/>
                </a:cubicBezTo>
                <a:cubicBezTo>
                  <a:pt x="451" y="481"/>
                  <a:pt x="420" y="473"/>
                  <a:pt x="387" y="465"/>
                </a:cubicBezTo>
                <a:cubicBezTo>
                  <a:pt x="367" y="541"/>
                  <a:pt x="412" y="600"/>
                  <a:pt x="455" y="658"/>
                </a:cubicBezTo>
                <a:cubicBezTo>
                  <a:pt x="499" y="717"/>
                  <a:pt x="557" y="758"/>
                  <a:pt x="637" y="750"/>
                </a:cubicBezTo>
                <a:cubicBezTo>
                  <a:pt x="636" y="793"/>
                  <a:pt x="634" y="833"/>
                  <a:pt x="635" y="871"/>
                </a:cubicBezTo>
                <a:cubicBezTo>
                  <a:pt x="636" y="910"/>
                  <a:pt x="641" y="949"/>
                  <a:pt x="644" y="995"/>
                </a:cubicBezTo>
                <a:cubicBezTo>
                  <a:pt x="548" y="917"/>
                  <a:pt x="444" y="880"/>
                  <a:pt x="323" y="908"/>
                </a:cubicBezTo>
                <a:cubicBezTo>
                  <a:pt x="317" y="941"/>
                  <a:pt x="333" y="969"/>
                  <a:pt x="343" y="997"/>
                </a:cubicBezTo>
                <a:cubicBezTo>
                  <a:pt x="370" y="1069"/>
                  <a:pt x="424" y="1117"/>
                  <a:pt x="486" y="1157"/>
                </a:cubicBezTo>
                <a:cubicBezTo>
                  <a:pt x="557" y="1202"/>
                  <a:pt x="636" y="1225"/>
                  <a:pt x="720" y="1247"/>
                </a:cubicBezTo>
                <a:cubicBezTo>
                  <a:pt x="760" y="1355"/>
                  <a:pt x="811" y="1461"/>
                  <a:pt x="878" y="1557"/>
                </a:cubicBezTo>
                <a:cubicBezTo>
                  <a:pt x="946" y="1652"/>
                  <a:pt x="1022" y="1740"/>
                  <a:pt x="1098" y="1835"/>
                </a:cubicBezTo>
                <a:cubicBezTo>
                  <a:pt x="1069" y="1825"/>
                  <a:pt x="1041" y="1817"/>
                  <a:pt x="1015" y="1808"/>
                </a:cubicBezTo>
                <a:cubicBezTo>
                  <a:pt x="937" y="1648"/>
                  <a:pt x="818" y="1546"/>
                  <a:pt x="632" y="1532"/>
                </a:cubicBezTo>
                <a:cubicBezTo>
                  <a:pt x="627" y="1593"/>
                  <a:pt x="645" y="1644"/>
                  <a:pt x="680" y="1686"/>
                </a:cubicBezTo>
                <a:cubicBezTo>
                  <a:pt x="714" y="1727"/>
                  <a:pt x="753" y="1762"/>
                  <a:pt x="793" y="1802"/>
                </a:cubicBezTo>
                <a:cubicBezTo>
                  <a:pt x="678" y="1812"/>
                  <a:pt x="581" y="1860"/>
                  <a:pt x="482" y="1919"/>
                </a:cubicBezTo>
                <a:cubicBezTo>
                  <a:pt x="466" y="1912"/>
                  <a:pt x="447" y="1903"/>
                  <a:pt x="429" y="1893"/>
                </a:cubicBezTo>
                <a:cubicBezTo>
                  <a:pt x="351" y="1849"/>
                  <a:pt x="272" y="1856"/>
                  <a:pt x="194" y="1888"/>
                </a:cubicBezTo>
                <a:cubicBezTo>
                  <a:pt x="163" y="1900"/>
                  <a:pt x="134" y="1917"/>
                  <a:pt x="107" y="1936"/>
                </a:cubicBezTo>
                <a:cubicBezTo>
                  <a:pt x="75" y="1959"/>
                  <a:pt x="80" y="1982"/>
                  <a:pt x="115" y="1999"/>
                </a:cubicBezTo>
                <a:cubicBezTo>
                  <a:pt x="176" y="2030"/>
                  <a:pt x="238" y="2052"/>
                  <a:pt x="308" y="2043"/>
                </a:cubicBezTo>
                <a:cubicBezTo>
                  <a:pt x="309" y="2043"/>
                  <a:pt x="310" y="2045"/>
                  <a:pt x="311" y="2046"/>
                </a:cubicBezTo>
                <a:cubicBezTo>
                  <a:pt x="283" y="2081"/>
                  <a:pt x="259" y="2121"/>
                  <a:pt x="240" y="2160"/>
                </a:cubicBezTo>
                <a:cubicBezTo>
                  <a:pt x="263" y="2160"/>
                  <a:pt x="263" y="2160"/>
                  <a:pt x="263" y="2160"/>
                </a:cubicBezTo>
                <a:cubicBezTo>
                  <a:pt x="288" y="2110"/>
                  <a:pt x="321" y="2066"/>
                  <a:pt x="362" y="2026"/>
                </a:cubicBezTo>
                <a:cubicBezTo>
                  <a:pt x="375" y="2013"/>
                  <a:pt x="388" y="2016"/>
                  <a:pt x="405" y="2023"/>
                </a:cubicBezTo>
                <a:cubicBezTo>
                  <a:pt x="373" y="2070"/>
                  <a:pt x="342" y="2115"/>
                  <a:pt x="312" y="2160"/>
                </a:cubicBezTo>
                <a:cubicBezTo>
                  <a:pt x="322" y="2160"/>
                  <a:pt x="322" y="2160"/>
                  <a:pt x="322" y="2160"/>
                </a:cubicBezTo>
                <a:cubicBezTo>
                  <a:pt x="356" y="2122"/>
                  <a:pt x="390" y="2082"/>
                  <a:pt x="430" y="2037"/>
                </a:cubicBezTo>
                <a:cubicBezTo>
                  <a:pt x="433" y="2088"/>
                  <a:pt x="418" y="2127"/>
                  <a:pt x="395" y="2160"/>
                </a:cubicBezTo>
                <a:cubicBezTo>
                  <a:pt x="421" y="2160"/>
                  <a:pt x="421" y="2160"/>
                  <a:pt x="421" y="2160"/>
                </a:cubicBezTo>
                <a:cubicBezTo>
                  <a:pt x="426" y="2153"/>
                  <a:pt x="432" y="2146"/>
                  <a:pt x="437" y="2139"/>
                </a:cubicBezTo>
                <a:cubicBezTo>
                  <a:pt x="438" y="2138"/>
                  <a:pt x="440" y="2138"/>
                  <a:pt x="444" y="2138"/>
                </a:cubicBezTo>
                <a:cubicBezTo>
                  <a:pt x="447" y="2145"/>
                  <a:pt x="449" y="2153"/>
                  <a:pt x="451" y="2160"/>
                </a:cubicBezTo>
                <a:cubicBezTo>
                  <a:pt x="472" y="2160"/>
                  <a:pt x="472" y="2160"/>
                  <a:pt x="472" y="2160"/>
                </a:cubicBezTo>
                <a:cubicBezTo>
                  <a:pt x="469" y="2146"/>
                  <a:pt x="467" y="2132"/>
                  <a:pt x="467" y="2120"/>
                </a:cubicBezTo>
                <a:cubicBezTo>
                  <a:pt x="468" y="2088"/>
                  <a:pt x="463" y="2049"/>
                  <a:pt x="504" y="2027"/>
                </a:cubicBezTo>
                <a:cubicBezTo>
                  <a:pt x="525" y="2065"/>
                  <a:pt x="525" y="2108"/>
                  <a:pt x="542" y="2146"/>
                </a:cubicBezTo>
                <a:cubicBezTo>
                  <a:pt x="555" y="2103"/>
                  <a:pt x="534" y="2064"/>
                  <a:pt x="532" y="2021"/>
                </a:cubicBezTo>
                <a:cubicBezTo>
                  <a:pt x="562" y="2031"/>
                  <a:pt x="584" y="2048"/>
                  <a:pt x="594" y="2075"/>
                </a:cubicBezTo>
                <a:cubicBezTo>
                  <a:pt x="605" y="2104"/>
                  <a:pt x="611" y="2132"/>
                  <a:pt x="613" y="2160"/>
                </a:cubicBezTo>
                <a:cubicBezTo>
                  <a:pt x="634" y="2160"/>
                  <a:pt x="634" y="2160"/>
                  <a:pt x="634" y="2160"/>
                </a:cubicBezTo>
                <a:cubicBezTo>
                  <a:pt x="634" y="2159"/>
                  <a:pt x="634" y="2158"/>
                  <a:pt x="634" y="2156"/>
                </a:cubicBezTo>
                <a:cubicBezTo>
                  <a:pt x="632" y="2075"/>
                  <a:pt x="595" y="2009"/>
                  <a:pt x="525" y="1954"/>
                </a:cubicBezTo>
                <a:cubicBezTo>
                  <a:pt x="629" y="1897"/>
                  <a:pt x="732" y="1862"/>
                  <a:pt x="850" y="1864"/>
                </a:cubicBezTo>
                <a:cubicBezTo>
                  <a:pt x="765" y="1944"/>
                  <a:pt x="729" y="2037"/>
                  <a:pt x="749" y="2149"/>
                </a:cubicBezTo>
                <a:cubicBezTo>
                  <a:pt x="854" y="2177"/>
                  <a:pt x="1017" y="2048"/>
                  <a:pt x="1024" y="1885"/>
                </a:cubicBezTo>
                <a:cubicBezTo>
                  <a:pt x="1101" y="1909"/>
                  <a:pt x="1170" y="1941"/>
                  <a:pt x="1223" y="2002"/>
                </a:cubicBezTo>
                <a:cubicBezTo>
                  <a:pt x="1239" y="2021"/>
                  <a:pt x="1251" y="2042"/>
                  <a:pt x="1279" y="2048"/>
                </a:cubicBezTo>
                <a:cubicBezTo>
                  <a:pt x="1287" y="2049"/>
                  <a:pt x="1295" y="2058"/>
                  <a:pt x="1300" y="2066"/>
                </a:cubicBezTo>
                <a:cubicBezTo>
                  <a:pt x="1321" y="2097"/>
                  <a:pt x="1339" y="2128"/>
                  <a:pt x="1356" y="2160"/>
                </a:cubicBezTo>
                <a:cubicBezTo>
                  <a:pt x="1384" y="2160"/>
                  <a:pt x="1384" y="2160"/>
                  <a:pt x="1384" y="2160"/>
                </a:cubicBezTo>
                <a:cubicBezTo>
                  <a:pt x="1380" y="2144"/>
                  <a:pt x="1380" y="2126"/>
                  <a:pt x="1387" y="2104"/>
                </a:cubicBezTo>
                <a:cubicBezTo>
                  <a:pt x="1364" y="2118"/>
                  <a:pt x="1352" y="2113"/>
                  <a:pt x="1345" y="2096"/>
                </a:cubicBezTo>
                <a:cubicBezTo>
                  <a:pt x="1338" y="2082"/>
                  <a:pt x="1327" y="2070"/>
                  <a:pt x="1323" y="2056"/>
                </a:cubicBezTo>
                <a:cubicBezTo>
                  <a:pt x="1316" y="2033"/>
                  <a:pt x="1303" y="2020"/>
                  <a:pt x="1278" y="2019"/>
                </a:cubicBezTo>
                <a:cubicBezTo>
                  <a:pt x="1275" y="1974"/>
                  <a:pt x="1242" y="1957"/>
                  <a:pt x="1209" y="1941"/>
                </a:cubicBezTo>
                <a:cubicBezTo>
                  <a:pt x="1151" y="1913"/>
                  <a:pt x="1095" y="1880"/>
                  <a:pt x="1033" y="1863"/>
                </a:cubicBezTo>
                <a:cubicBezTo>
                  <a:pt x="1017" y="1858"/>
                  <a:pt x="1008" y="1851"/>
                  <a:pt x="1016" y="1834"/>
                </a:cubicBezTo>
                <a:cubicBezTo>
                  <a:pt x="1087" y="1842"/>
                  <a:pt x="1137" y="1894"/>
                  <a:pt x="1201" y="1918"/>
                </a:cubicBezTo>
                <a:cubicBezTo>
                  <a:pt x="1199" y="1908"/>
                  <a:pt x="1196" y="1899"/>
                  <a:pt x="1191" y="1893"/>
                </a:cubicBezTo>
                <a:cubicBezTo>
                  <a:pt x="1127" y="1821"/>
                  <a:pt x="1063" y="1749"/>
                  <a:pt x="998" y="1678"/>
                </a:cubicBezTo>
                <a:cubicBezTo>
                  <a:pt x="934" y="1610"/>
                  <a:pt x="883" y="1533"/>
                  <a:pt x="838" y="1453"/>
                </a:cubicBezTo>
                <a:cubicBezTo>
                  <a:pt x="829" y="1437"/>
                  <a:pt x="822" y="1421"/>
                  <a:pt x="814" y="1405"/>
                </a:cubicBezTo>
                <a:cubicBezTo>
                  <a:pt x="840" y="1432"/>
                  <a:pt x="858" y="1464"/>
                  <a:pt x="879" y="1493"/>
                </a:cubicBezTo>
                <a:cubicBezTo>
                  <a:pt x="950" y="1593"/>
                  <a:pt x="1030" y="1687"/>
                  <a:pt x="1112" y="1778"/>
                </a:cubicBezTo>
                <a:cubicBezTo>
                  <a:pt x="1180" y="1852"/>
                  <a:pt x="1250" y="1924"/>
                  <a:pt x="1319" y="1998"/>
                </a:cubicBezTo>
                <a:cubicBezTo>
                  <a:pt x="1365" y="2047"/>
                  <a:pt x="1404" y="2102"/>
                  <a:pt x="1437" y="2160"/>
                </a:cubicBezTo>
                <a:cubicBezTo>
                  <a:pt x="1461" y="2160"/>
                  <a:pt x="1461" y="2160"/>
                  <a:pt x="1461" y="2160"/>
                </a:cubicBezTo>
                <a:cubicBezTo>
                  <a:pt x="1426" y="2096"/>
                  <a:pt x="1382" y="2035"/>
                  <a:pt x="1330" y="1979"/>
                </a:cubicBezTo>
                <a:cubicBezTo>
                  <a:pt x="1321" y="1970"/>
                  <a:pt x="1314" y="1958"/>
                  <a:pt x="1303" y="1944"/>
                </a:cubicBezTo>
                <a:cubicBezTo>
                  <a:pt x="1313" y="1940"/>
                  <a:pt x="1320" y="1936"/>
                  <a:pt x="1328" y="1934"/>
                </a:cubicBezTo>
                <a:cubicBezTo>
                  <a:pt x="1407" y="1911"/>
                  <a:pt x="1449" y="1851"/>
                  <a:pt x="1476" y="1780"/>
                </a:cubicBezTo>
                <a:cubicBezTo>
                  <a:pt x="1491" y="1742"/>
                  <a:pt x="1495" y="1698"/>
                  <a:pt x="1498" y="1657"/>
                </a:cubicBezTo>
                <a:cubicBezTo>
                  <a:pt x="1500" y="1627"/>
                  <a:pt x="1493" y="1596"/>
                  <a:pt x="1489" y="1566"/>
                </a:cubicBezTo>
                <a:cubicBezTo>
                  <a:pt x="1437" y="1561"/>
                  <a:pt x="1407" y="1597"/>
                  <a:pt x="1366" y="1620"/>
                </a:cubicBezTo>
                <a:close/>
                <a:moveTo>
                  <a:pt x="1599" y="1070"/>
                </a:moveTo>
                <a:cubicBezTo>
                  <a:pt x="1541" y="1123"/>
                  <a:pt x="1476" y="1148"/>
                  <a:pt x="1402" y="1146"/>
                </a:cubicBezTo>
                <a:cubicBezTo>
                  <a:pt x="1366" y="1145"/>
                  <a:pt x="1330" y="1138"/>
                  <a:pt x="1305" y="1100"/>
                </a:cubicBezTo>
                <a:cubicBezTo>
                  <a:pt x="1364" y="1088"/>
                  <a:pt x="1422" y="1094"/>
                  <a:pt x="1474" y="1065"/>
                </a:cubicBezTo>
                <a:cubicBezTo>
                  <a:pt x="1434" y="1066"/>
                  <a:pt x="1395" y="1067"/>
                  <a:pt x="1346" y="1068"/>
                </a:cubicBezTo>
                <a:cubicBezTo>
                  <a:pt x="1383" y="1044"/>
                  <a:pt x="1412" y="1024"/>
                  <a:pt x="1442" y="1005"/>
                </a:cubicBezTo>
                <a:cubicBezTo>
                  <a:pt x="1446" y="1003"/>
                  <a:pt x="1451" y="1004"/>
                  <a:pt x="1455" y="1004"/>
                </a:cubicBezTo>
                <a:cubicBezTo>
                  <a:pt x="1509" y="1008"/>
                  <a:pt x="1559" y="1023"/>
                  <a:pt x="1599" y="1070"/>
                </a:cubicBezTo>
                <a:close/>
                <a:moveTo>
                  <a:pt x="1279" y="931"/>
                </a:moveTo>
                <a:cubicBezTo>
                  <a:pt x="1310" y="881"/>
                  <a:pt x="1347" y="837"/>
                  <a:pt x="1410" y="824"/>
                </a:cubicBezTo>
                <a:cubicBezTo>
                  <a:pt x="1447" y="817"/>
                  <a:pt x="1482" y="802"/>
                  <a:pt x="1529" y="810"/>
                </a:cubicBezTo>
                <a:cubicBezTo>
                  <a:pt x="1496" y="862"/>
                  <a:pt x="1483" y="919"/>
                  <a:pt x="1444" y="965"/>
                </a:cubicBezTo>
                <a:cubicBezTo>
                  <a:pt x="1406" y="1008"/>
                  <a:pt x="1365" y="1039"/>
                  <a:pt x="1297" y="1025"/>
                </a:cubicBezTo>
                <a:cubicBezTo>
                  <a:pt x="1308" y="1008"/>
                  <a:pt x="1314" y="994"/>
                  <a:pt x="1323" y="982"/>
                </a:cubicBezTo>
                <a:cubicBezTo>
                  <a:pt x="1333" y="970"/>
                  <a:pt x="1345" y="960"/>
                  <a:pt x="1355" y="949"/>
                </a:cubicBezTo>
                <a:cubicBezTo>
                  <a:pt x="1365" y="939"/>
                  <a:pt x="1374" y="929"/>
                  <a:pt x="1384" y="919"/>
                </a:cubicBezTo>
                <a:cubicBezTo>
                  <a:pt x="1334" y="934"/>
                  <a:pt x="1303" y="970"/>
                  <a:pt x="1272" y="1010"/>
                </a:cubicBezTo>
                <a:cubicBezTo>
                  <a:pt x="1255" y="979"/>
                  <a:pt x="1264" y="954"/>
                  <a:pt x="1279" y="931"/>
                </a:cubicBezTo>
                <a:close/>
                <a:moveTo>
                  <a:pt x="1092" y="1083"/>
                </a:moveTo>
                <a:cubicBezTo>
                  <a:pt x="1060" y="1069"/>
                  <a:pt x="1049" y="1049"/>
                  <a:pt x="1042" y="1025"/>
                </a:cubicBezTo>
                <a:cubicBezTo>
                  <a:pt x="1029" y="976"/>
                  <a:pt x="1033" y="929"/>
                  <a:pt x="1045" y="880"/>
                </a:cubicBezTo>
                <a:cubicBezTo>
                  <a:pt x="1054" y="845"/>
                  <a:pt x="1066" y="812"/>
                  <a:pt x="1097" y="783"/>
                </a:cubicBezTo>
                <a:cubicBezTo>
                  <a:pt x="1115" y="810"/>
                  <a:pt x="1133" y="833"/>
                  <a:pt x="1147" y="858"/>
                </a:cubicBezTo>
                <a:cubicBezTo>
                  <a:pt x="1175" y="906"/>
                  <a:pt x="1185" y="960"/>
                  <a:pt x="1179" y="1015"/>
                </a:cubicBezTo>
                <a:cubicBezTo>
                  <a:pt x="1175" y="1047"/>
                  <a:pt x="1163" y="1077"/>
                  <a:pt x="1126" y="1092"/>
                </a:cubicBezTo>
                <a:cubicBezTo>
                  <a:pt x="1106" y="1044"/>
                  <a:pt x="1120" y="990"/>
                  <a:pt x="1090" y="949"/>
                </a:cubicBezTo>
                <a:cubicBezTo>
                  <a:pt x="1091" y="992"/>
                  <a:pt x="1091" y="1034"/>
                  <a:pt x="1092" y="1083"/>
                </a:cubicBezTo>
                <a:close/>
                <a:moveTo>
                  <a:pt x="806" y="544"/>
                </a:moveTo>
                <a:cubicBezTo>
                  <a:pt x="810" y="497"/>
                  <a:pt x="850" y="480"/>
                  <a:pt x="883" y="458"/>
                </a:cubicBezTo>
                <a:cubicBezTo>
                  <a:pt x="901" y="447"/>
                  <a:pt x="923" y="439"/>
                  <a:pt x="948" y="449"/>
                </a:cubicBezTo>
                <a:cubicBezTo>
                  <a:pt x="932" y="494"/>
                  <a:pt x="915" y="534"/>
                  <a:pt x="904" y="575"/>
                </a:cubicBezTo>
                <a:cubicBezTo>
                  <a:pt x="895" y="611"/>
                  <a:pt x="876" y="639"/>
                  <a:pt x="856" y="667"/>
                </a:cubicBezTo>
                <a:cubicBezTo>
                  <a:pt x="839" y="689"/>
                  <a:pt x="816" y="704"/>
                  <a:pt x="784" y="702"/>
                </a:cubicBezTo>
                <a:cubicBezTo>
                  <a:pt x="800" y="676"/>
                  <a:pt x="813" y="653"/>
                  <a:pt x="827" y="630"/>
                </a:cubicBezTo>
                <a:cubicBezTo>
                  <a:pt x="809" y="642"/>
                  <a:pt x="796" y="658"/>
                  <a:pt x="780" y="672"/>
                </a:cubicBezTo>
                <a:cubicBezTo>
                  <a:pt x="766" y="686"/>
                  <a:pt x="752" y="703"/>
                  <a:pt x="725" y="694"/>
                </a:cubicBezTo>
                <a:cubicBezTo>
                  <a:pt x="742" y="669"/>
                  <a:pt x="758" y="647"/>
                  <a:pt x="772" y="624"/>
                </a:cubicBezTo>
                <a:cubicBezTo>
                  <a:pt x="787" y="599"/>
                  <a:pt x="780" y="565"/>
                  <a:pt x="806" y="544"/>
                </a:cubicBezTo>
                <a:close/>
                <a:moveTo>
                  <a:pt x="516" y="687"/>
                </a:moveTo>
                <a:cubicBezTo>
                  <a:pt x="464" y="643"/>
                  <a:pt x="427" y="588"/>
                  <a:pt x="406" y="523"/>
                </a:cubicBezTo>
                <a:cubicBezTo>
                  <a:pt x="403" y="514"/>
                  <a:pt x="404" y="505"/>
                  <a:pt x="404" y="499"/>
                </a:cubicBezTo>
                <a:cubicBezTo>
                  <a:pt x="439" y="504"/>
                  <a:pt x="471" y="510"/>
                  <a:pt x="503" y="514"/>
                </a:cubicBezTo>
                <a:cubicBezTo>
                  <a:pt x="532" y="517"/>
                  <a:pt x="557" y="526"/>
                  <a:pt x="574" y="543"/>
                </a:cubicBezTo>
                <a:cubicBezTo>
                  <a:pt x="579" y="575"/>
                  <a:pt x="583" y="603"/>
                  <a:pt x="588" y="634"/>
                </a:cubicBezTo>
                <a:cubicBezTo>
                  <a:pt x="560" y="618"/>
                  <a:pt x="537" y="604"/>
                  <a:pt x="514" y="591"/>
                </a:cubicBezTo>
                <a:cubicBezTo>
                  <a:pt x="540" y="625"/>
                  <a:pt x="580" y="645"/>
                  <a:pt x="594" y="688"/>
                </a:cubicBezTo>
                <a:cubicBezTo>
                  <a:pt x="560" y="709"/>
                  <a:pt x="541" y="709"/>
                  <a:pt x="516" y="687"/>
                </a:cubicBezTo>
                <a:close/>
                <a:moveTo>
                  <a:pt x="643" y="647"/>
                </a:moveTo>
                <a:cubicBezTo>
                  <a:pt x="640" y="646"/>
                  <a:pt x="638" y="644"/>
                  <a:pt x="636" y="642"/>
                </a:cubicBezTo>
                <a:cubicBezTo>
                  <a:pt x="594" y="580"/>
                  <a:pt x="587" y="516"/>
                  <a:pt x="619" y="448"/>
                </a:cubicBezTo>
                <a:cubicBezTo>
                  <a:pt x="641" y="400"/>
                  <a:pt x="666" y="353"/>
                  <a:pt x="677" y="295"/>
                </a:cubicBezTo>
                <a:cubicBezTo>
                  <a:pt x="694" y="322"/>
                  <a:pt x="713" y="347"/>
                  <a:pt x="727" y="376"/>
                </a:cubicBezTo>
                <a:cubicBezTo>
                  <a:pt x="752" y="427"/>
                  <a:pt x="770" y="482"/>
                  <a:pt x="769" y="541"/>
                </a:cubicBezTo>
                <a:cubicBezTo>
                  <a:pt x="768" y="609"/>
                  <a:pt x="746" y="640"/>
                  <a:pt x="685" y="656"/>
                </a:cubicBezTo>
                <a:cubicBezTo>
                  <a:pt x="690" y="610"/>
                  <a:pt x="701" y="564"/>
                  <a:pt x="688" y="517"/>
                </a:cubicBezTo>
                <a:cubicBezTo>
                  <a:pt x="676" y="562"/>
                  <a:pt x="678" y="610"/>
                  <a:pt x="654" y="651"/>
                </a:cubicBezTo>
                <a:cubicBezTo>
                  <a:pt x="648" y="649"/>
                  <a:pt x="645" y="649"/>
                  <a:pt x="643" y="647"/>
                </a:cubicBezTo>
                <a:close/>
                <a:moveTo>
                  <a:pt x="675" y="1129"/>
                </a:moveTo>
                <a:cubicBezTo>
                  <a:pt x="632" y="1105"/>
                  <a:pt x="592" y="1083"/>
                  <a:pt x="552" y="1061"/>
                </a:cubicBezTo>
                <a:cubicBezTo>
                  <a:pt x="550" y="1063"/>
                  <a:pt x="549" y="1065"/>
                  <a:pt x="547" y="1067"/>
                </a:cubicBezTo>
                <a:cubicBezTo>
                  <a:pt x="584" y="1096"/>
                  <a:pt x="621" y="1124"/>
                  <a:pt x="658" y="1153"/>
                </a:cubicBezTo>
                <a:cubicBezTo>
                  <a:pt x="630" y="1176"/>
                  <a:pt x="584" y="1178"/>
                  <a:pt x="514" y="1146"/>
                </a:cubicBezTo>
                <a:cubicBezTo>
                  <a:pt x="423" y="1105"/>
                  <a:pt x="366" y="1030"/>
                  <a:pt x="345" y="928"/>
                </a:cubicBezTo>
                <a:cubicBezTo>
                  <a:pt x="462" y="897"/>
                  <a:pt x="596" y="958"/>
                  <a:pt x="658" y="1048"/>
                </a:cubicBezTo>
                <a:cubicBezTo>
                  <a:pt x="673" y="1070"/>
                  <a:pt x="683" y="1096"/>
                  <a:pt x="675" y="1129"/>
                </a:cubicBezTo>
                <a:close/>
                <a:moveTo>
                  <a:pt x="679" y="1019"/>
                </a:moveTo>
                <a:cubicBezTo>
                  <a:pt x="655" y="948"/>
                  <a:pt x="652" y="879"/>
                  <a:pt x="660" y="810"/>
                </a:cubicBezTo>
                <a:cubicBezTo>
                  <a:pt x="688" y="929"/>
                  <a:pt x="693" y="985"/>
                  <a:pt x="679" y="1019"/>
                </a:cubicBezTo>
                <a:close/>
                <a:moveTo>
                  <a:pt x="720" y="989"/>
                </a:moveTo>
                <a:cubicBezTo>
                  <a:pt x="729" y="972"/>
                  <a:pt x="738" y="953"/>
                  <a:pt x="751" y="939"/>
                </a:cubicBezTo>
                <a:cubicBezTo>
                  <a:pt x="783" y="906"/>
                  <a:pt x="820" y="879"/>
                  <a:pt x="870" y="874"/>
                </a:cubicBezTo>
                <a:cubicBezTo>
                  <a:pt x="915" y="968"/>
                  <a:pt x="845" y="1144"/>
                  <a:pt x="763" y="1145"/>
                </a:cubicBezTo>
                <a:cubicBezTo>
                  <a:pt x="754" y="1084"/>
                  <a:pt x="788" y="1033"/>
                  <a:pt x="806" y="972"/>
                </a:cubicBezTo>
                <a:cubicBezTo>
                  <a:pt x="763" y="1015"/>
                  <a:pt x="756" y="1070"/>
                  <a:pt x="735" y="1119"/>
                </a:cubicBezTo>
                <a:cubicBezTo>
                  <a:pt x="698" y="1075"/>
                  <a:pt x="699" y="1032"/>
                  <a:pt x="720" y="989"/>
                </a:cubicBezTo>
                <a:close/>
                <a:moveTo>
                  <a:pt x="111" y="1967"/>
                </a:moveTo>
                <a:cubicBezTo>
                  <a:pt x="162" y="1899"/>
                  <a:pt x="321" y="1874"/>
                  <a:pt x="384" y="1923"/>
                </a:cubicBezTo>
                <a:cubicBezTo>
                  <a:pt x="336" y="1929"/>
                  <a:pt x="286" y="1936"/>
                  <a:pt x="236" y="1943"/>
                </a:cubicBezTo>
                <a:cubicBezTo>
                  <a:pt x="236" y="1945"/>
                  <a:pt x="236" y="1948"/>
                  <a:pt x="236" y="1951"/>
                </a:cubicBezTo>
                <a:cubicBezTo>
                  <a:pt x="291" y="1956"/>
                  <a:pt x="348" y="1935"/>
                  <a:pt x="403" y="1954"/>
                </a:cubicBezTo>
                <a:cubicBezTo>
                  <a:pt x="319" y="2053"/>
                  <a:pt x="201" y="2036"/>
                  <a:pt x="111" y="1967"/>
                </a:cubicBezTo>
                <a:close/>
                <a:moveTo>
                  <a:pt x="650" y="1555"/>
                </a:moveTo>
                <a:cubicBezTo>
                  <a:pt x="657" y="1555"/>
                  <a:pt x="663" y="1554"/>
                  <a:pt x="670" y="1555"/>
                </a:cubicBezTo>
                <a:cubicBezTo>
                  <a:pt x="681" y="1556"/>
                  <a:pt x="692" y="1557"/>
                  <a:pt x="703" y="1560"/>
                </a:cubicBezTo>
                <a:cubicBezTo>
                  <a:pt x="797" y="1581"/>
                  <a:pt x="866" y="1637"/>
                  <a:pt x="917" y="1716"/>
                </a:cubicBezTo>
                <a:cubicBezTo>
                  <a:pt x="925" y="1727"/>
                  <a:pt x="926" y="1742"/>
                  <a:pt x="929" y="1755"/>
                </a:cubicBezTo>
                <a:cubicBezTo>
                  <a:pt x="927" y="1756"/>
                  <a:pt x="924" y="1758"/>
                  <a:pt x="922" y="1759"/>
                </a:cubicBezTo>
                <a:cubicBezTo>
                  <a:pt x="872" y="1725"/>
                  <a:pt x="822" y="1691"/>
                  <a:pt x="772" y="1657"/>
                </a:cubicBezTo>
                <a:cubicBezTo>
                  <a:pt x="810" y="1713"/>
                  <a:pt x="877" y="1738"/>
                  <a:pt x="919" y="1798"/>
                </a:cubicBezTo>
                <a:cubicBezTo>
                  <a:pt x="798" y="1814"/>
                  <a:pt x="651" y="1667"/>
                  <a:pt x="650" y="1555"/>
                </a:cubicBezTo>
                <a:close/>
                <a:moveTo>
                  <a:pt x="702" y="1859"/>
                </a:moveTo>
                <a:cubicBezTo>
                  <a:pt x="649" y="1873"/>
                  <a:pt x="599" y="1894"/>
                  <a:pt x="541" y="1915"/>
                </a:cubicBezTo>
                <a:cubicBezTo>
                  <a:pt x="623" y="1853"/>
                  <a:pt x="803" y="1801"/>
                  <a:pt x="864" y="1834"/>
                </a:cubicBezTo>
                <a:cubicBezTo>
                  <a:pt x="811" y="1842"/>
                  <a:pt x="756" y="1846"/>
                  <a:pt x="702" y="1859"/>
                </a:cubicBezTo>
                <a:close/>
                <a:moveTo>
                  <a:pt x="941" y="2040"/>
                </a:moveTo>
                <a:cubicBezTo>
                  <a:pt x="899" y="2099"/>
                  <a:pt x="835" y="2120"/>
                  <a:pt x="768" y="2137"/>
                </a:cubicBezTo>
                <a:cubicBezTo>
                  <a:pt x="752" y="2030"/>
                  <a:pt x="812" y="1900"/>
                  <a:pt x="887" y="1877"/>
                </a:cubicBezTo>
                <a:cubicBezTo>
                  <a:pt x="901" y="1879"/>
                  <a:pt x="916" y="1882"/>
                  <a:pt x="932" y="1885"/>
                </a:cubicBezTo>
                <a:cubicBezTo>
                  <a:pt x="917" y="1940"/>
                  <a:pt x="880" y="1978"/>
                  <a:pt x="852" y="2027"/>
                </a:cubicBezTo>
                <a:cubicBezTo>
                  <a:pt x="891" y="2002"/>
                  <a:pt x="926" y="1962"/>
                  <a:pt x="954" y="1907"/>
                </a:cubicBezTo>
                <a:cubicBezTo>
                  <a:pt x="971" y="1959"/>
                  <a:pt x="968" y="2002"/>
                  <a:pt x="941" y="2040"/>
                </a:cubicBezTo>
                <a:close/>
                <a:moveTo>
                  <a:pt x="1054" y="1292"/>
                </a:moveTo>
                <a:cubicBezTo>
                  <a:pt x="1039" y="1350"/>
                  <a:pt x="1026" y="1402"/>
                  <a:pt x="1013" y="1455"/>
                </a:cubicBezTo>
                <a:cubicBezTo>
                  <a:pt x="1010" y="1402"/>
                  <a:pt x="1029" y="1331"/>
                  <a:pt x="1054" y="1292"/>
                </a:cubicBezTo>
                <a:close/>
                <a:moveTo>
                  <a:pt x="1283" y="1815"/>
                </a:moveTo>
                <a:cubicBezTo>
                  <a:pt x="1263" y="1747"/>
                  <a:pt x="1242" y="1681"/>
                  <a:pt x="1237" y="1600"/>
                </a:cubicBezTo>
                <a:cubicBezTo>
                  <a:pt x="1231" y="1619"/>
                  <a:pt x="1226" y="1628"/>
                  <a:pt x="1227" y="1637"/>
                </a:cubicBezTo>
                <a:cubicBezTo>
                  <a:pt x="1234" y="1698"/>
                  <a:pt x="1242" y="1758"/>
                  <a:pt x="1250" y="1824"/>
                </a:cubicBezTo>
                <a:cubicBezTo>
                  <a:pt x="1241" y="1819"/>
                  <a:pt x="1233" y="1817"/>
                  <a:pt x="1227" y="1812"/>
                </a:cubicBezTo>
                <a:cubicBezTo>
                  <a:pt x="1188" y="1776"/>
                  <a:pt x="1161" y="1733"/>
                  <a:pt x="1154" y="1679"/>
                </a:cubicBezTo>
                <a:cubicBezTo>
                  <a:pt x="1152" y="1655"/>
                  <a:pt x="1152" y="1632"/>
                  <a:pt x="1150" y="1608"/>
                </a:cubicBezTo>
                <a:cubicBezTo>
                  <a:pt x="1141" y="1518"/>
                  <a:pt x="1181" y="1447"/>
                  <a:pt x="1236" y="1377"/>
                </a:cubicBezTo>
                <a:cubicBezTo>
                  <a:pt x="1255" y="1404"/>
                  <a:pt x="1274" y="1428"/>
                  <a:pt x="1290" y="1454"/>
                </a:cubicBezTo>
                <a:cubicBezTo>
                  <a:pt x="1346" y="1550"/>
                  <a:pt x="1359" y="1653"/>
                  <a:pt x="1338" y="1761"/>
                </a:cubicBezTo>
                <a:cubicBezTo>
                  <a:pt x="1333" y="1786"/>
                  <a:pt x="1316" y="1809"/>
                  <a:pt x="1283" y="1815"/>
                </a:cubicBezTo>
                <a:close/>
                <a:moveTo>
                  <a:pt x="1467" y="1738"/>
                </a:moveTo>
                <a:cubicBezTo>
                  <a:pt x="1457" y="1776"/>
                  <a:pt x="1445" y="1813"/>
                  <a:pt x="1416" y="1842"/>
                </a:cubicBezTo>
                <a:cubicBezTo>
                  <a:pt x="1393" y="1864"/>
                  <a:pt x="1377" y="1869"/>
                  <a:pt x="1347" y="1863"/>
                </a:cubicBezTo>
                <a:cubicBezTo>
                  <a:pt x="1360" y="1805"/>
                  <a:pt x="1417" y="1763"/>
                  <a:pt x="1413" y="1690"/>
                </a:cubicBezTo>
                <a:cubicBezTo>
                  <a:pt x="1401" y="1713"/>
                  <a:pt x="1393" y="1728"/>
                  <a:pt x="1384" y="1746"/>
                </a:cubicBezTo>
                <a:cubicBezTo>
                  <a:pt x="1358" y="1660"/>
                  <a:pt x="1384" y="1612"/>
                  <a:pt x="1469" y="1588"/>
                </a:cubicBezTo>
                <a:cubicBezTo>
                  <a:pt x="1483" y="1633"/>
                  <a:pt x="1482" y="1679"/>
                  <a:pt x="1467" y="173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712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7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784" y="566928"/>
            <a:ext cx="8898488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61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794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64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8411377" y="0"/>
            <a:ext cx="3780623" cy="6858000"/>
          </a:xfrm>
          <a:custGeom>
            <a:avLst/>
            <a:gdLst/>
            <a:ahLst/>
            <a:cxnLst/>
            <a:rect l="0" t="0" r="r" b="b"/>
            <a:pathLst>
              <a:path w="1189" h="216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31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8411377" y="0"/>
            <a:ext cx="3780623" cy="6858000"/>
          </a:xfrm>
          <a:custGeom>
            <a:avLst/>
            <a:gdLst/>
            <a:ahLst/>
            <a:cxnLst/>
            <a:rect l="0" t="0" r="r" b="b"/>
            <a:pathLst>
              <a:path w="1189" h="216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8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7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9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390B7E0-AD0F-4BAE-9281-B1AF1BF6690C}" type="datetimeFigureOut">
              <a:rPr lang="en-IN" smtClean="0"/>
              <a:t>03-05-2020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C9D2CD1-DF61-48B7-97F2-6E3663D7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251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3231-4592-4E86-8FF8-C520F0E78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1286" y="874863"/>
            <a:ext cx="4330714" cy="3349641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IN" dirty="0"/>
              <a:t>ORGANISATION &amp; MANAGEMENT  OF MRD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D40D2-CB8D-40B1-8158-AE34C0E375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DEBJANI MUKHERJEE</a:t>
            </a:r>
          </a:p>
        </p:txBody>
      </p:sp>
    </p:spTree>
    <p:extLst>
      <p:ext uri="{BB962C8B-B14F-4D97-AF65-F5344CB8AC3E}">
        <p14:creationId xmlns:p14="http://schemas.microsoft.com/office/powerpoint/2010/main" val="155967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834924-9DE6-4815-B61C-284652DBE7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27" t="6728" r="8507" b="-304"/>
          <a:stretch/>
        </p:blipFill>
        <p:spPr>
          <a:xfrm>
            <a:off x="526473" y="374074"/>
            <a:ext cx="11180618" cy="63315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051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BC0BB2-F435-43C7-AB4A-089F0218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81784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GOAL 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A31CD-7ECD-4E38-BE49-7B61B0CBD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67109" cy="320357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To maintain a modern and scientific medical record system in conformity with international standards in all hospitals.</a:t>
            </a:r>
          </a:p>
          <a:p>
            <a:r>
              <a:rPr lang="en-US" dirty="0"/>
              <a:t>To ensure that medical records contain comprehensive and accurate social , medical, and vital information which will facilitate the provision of effective medical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8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E505-B7C1-4297-AEFE-3061385E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365126"/>
            <a:ext cx="10827327" cy="978766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/>
              <a:t>OBJECTIVES (FUNCTIONS)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EBEA-4E42-4B3C-B3E5-749DE862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1704109"/>
            <a:ext cx="11042071" cy="447285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1. To initiate process, and check the patient records from inpatient, outpatient and emergency services to ensure that all the necessary forms and information are available.</a:t>
            </a:r>
          </a:p>
          <a:p>
            <a:r>
              <a:rPr lang="en-US" dirty="0"/>
              <a:t>2. To cooperate with the medical, nursing, and other healthcare professionals in order to obtain comprehensive patient records and to design and develop effective medical record forms.</a:t>
            </a:r>
          </a:p>
          <a:p>
            <a:r>
              <a:rPr lang="en-US" dirty="0"/>
              <a:t>3.To assemble medical records in accordance with the prescribed standard order.</a:t>
            </a:r>
          </a:p>
          <a:p>
            <a:r>
              <a:rPr lang="en-US" dirty="0"/>
              <a:t>4.To code and index medical records as per international classifications of diseases and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60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42C6-970C-47BD-9E62-A83D6617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057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/>
              <a:t>OBJECTIVES (FUNCTIONS)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A412-A2E2-4EF3-88BA-8ACF2865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5. To maintain and preserve patient records including X-rays and diagnostic reports in a scientific way for the period recommended in the “retention schedule”.</a:t>
            </a:r>
          </a:p>
          <a:p>
            <a:r>
              <a:rPr lang="en-US" dirty="0"/>
              <a:t>6.To retrieve medical records to meet the needs of patient care, medical education , medical training , medical research, medicolegal problems , and the evaluation of patient care.</a:t>
            </a:r>
          </a:p>
          <a:p>
            <a:r>
              <a:rPr lang="en-US" dirty="0"/>
              <a:t>7.To provide and maintain a system for transcription of selected medical reports.</a:t>
            </a:r>
          </a:p>
          <a:p>
            <a:r>
              <a:rPr lang="en-US" dirty="0"/>
              <a:t>8. To control movement of patient files in order to achieve a unit record system, to protect files from unauthorized </a:t>
            </a:r>
            <a:r>
              <a:rPr lang="en-US" dirty="0" err="1"/>
              <a:t>disclosure,to</a:t>
            </a:r>
            <a:r>
              <a:rPr lang="en-US" dirty="0"/>
              <a:t> ensure confidentiality for the legal interests of i.e. patient, the hospital , and the physician through proper custody of the records.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15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F1B5-8041-4D6E-A82B-30B9F21F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9602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/>
              <a:t>OBJECTIVES (FUNCTIONS)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7557-200E-4715-92BC-DD992A8D2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255"/>
            <a:ext cx="10515600" cy="465512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9. To participate and co-operate with committees such as medical records , quality assurance, infection control, administrative , financial and other committees.</a:t>
            </a:r>
          </a:p>
          <a:p>
            <a:r>
              <a:rPr lang="en-US" dirty="0"/>
              <a:t>10.To carry out the work of central registration for initiating new patient records including the patient master index .</a:t>
            </a:r>
          </a:p>
          <a:p>
            <a:r>
              <a:rPr lang="en-US" dirty="0"/>
              <a:t>11. To schedule and register follow-up appointment cases and referral cases in the outpatient department .</a:t>
            </a:r>
          </a:p>
          <a:p>
            <a:r>
              <a:rPr lang="en-US" dirty="0"/>
              <a:t>12. To register and maintain records for emergency cases including medico logical cases in the accident and emergency department .</a:t>
            </a:r>
          </a:p>
          <a:p>
            <a:r>
              <a:rPr lang="en-US" dirty="0"/>
              <a:t>13. To carry out admitting procedures for patients requiring hospitalization.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50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31E6-D1C7-464A-9599-8DBCA23B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493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>
                <a:solidFill>
                  <a:prstClr val="black"/>
                </a:solidFill>
              </a:rPr>
              <a:t>OBJECTIVES (FUNCTIONS)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DCFC-DAF3-4986-A723-5F0CFFCDF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633364" cy="459754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14. To coordinate with other services related to those of the medical record department for effective filing and retrieval of patient records.</a:t>
            </a:r>
          </a:p>
          <a:p>
            <a:r>
              <a:rPr lang="en-US" dirty="0"/>
              <a:t>15. To prepare and complete procedures related to medical reports, certificates, and birth and death reports, and to submit data to appropriate authorities.</a:t>
            </a:r>
          </a:p>
          <a:p>
            <a:r>
              <a:rPr lang="en-US" dirty="0"/>
              <a:t>16. To register admitted and discharged cases in the ward register, schedule appointments for follow –up cases and to carry out the related ward clerk duties.</a:t>
            </a:r>
          </a:p>
          <a:p>
            <a:r>
              <a:rPr lang="en-US" dirty="0"/>
              <a:t>17. To receive and preserve the patient’s property in the admissions office in the absence of relatives who assume responsibilities.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30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2FE3-72BD-49CE-A16C-05ED3AFB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ORGANIZATION &amp;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F8E4-148C-4902-8EDD-E48B8073E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function of MRD Classified into the four following different categories 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600" dirty="0"/>
              <a:t>Outpatient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600" dirty="0"/>
              <a:t>Accident and emergency (</a:t>
            </a:r>
            <a:r>
              <a:rPr lang="en-IN" sz="3600" dirty="0" err="1"/>
              <a:t>casuality</a:t>
            </a:r>
            <a:r>
              <a:rPr lang="en-IN" sz="3600" dirty="0"/>
              <a:t> ) service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600" dirty="0"/>
              <a:t>Inpatient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600" dirty="0"/>
              <a:t>Medical record library </a:t>
            </a:r>
          </a:p>
        </p:txBody>
      </p:sp>
    </p:spTree>
    <p:extLst>
      <p:ext uri="{BB962C8B-B14F-4D97-AF65-F5344CB8AC3E}">
        <p14:creationId xmlns:p14="http://schemas.microsoft.com/office/powerpoint/2010/main" val="360429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9ACB-3E9F-4B3B-82EF-B79103BC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68345"/>
            <a:ext cx="10637471" cy="775546"/>
          </a:xfrm>
          <a:solidFill>
            <a:schemeClr val="accent2"/>
          </a:solidFill>
        </p:spPr>
        <p:txBody>
          <a:bodyPr/>
          <a:lstStyle/>
          <a:p>
            <a:r>
              <a:rPr lang="en-IN" dirty="0"/>
              <a:t>OUTPATIENT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BA10-B31B-4103-895E-8F909529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4" y="1343891"/>
            <a:ext cx="11025398" cy="4746013"/>
          </a:xfrm>
        </p:spPr>
        <p:txBody>
          <a:bodyPr/>
          <a:lstStyle/>
          <a:p>
            <a:r>
              <a:rPr lang="en-IN" dirty="0"/>
              <a:t>The OPD  medical record services are classified into two section :</a:t>
            </a:r>
          </a:p>
          <a:p>
            <a:r>
              <a:rPr lang="en-IN" b="1" dirty="0"/>
              <a:t>A. </a:t>
            </a:r>
            <a:r>
              <a:rPr lang="en-IN" b="1" dirty="0">
                <a:highlight>
                  <a:srgbClr val="FFFF00"/>
                </a:highlight>
              </a:rPr>
              <a:t>Central registration and appointment </a:t>
            </a:r>
          </a:p>
          <a:p>
            <a:r>
              <a:rPr lang="en-IN" dirty="0"/>
              <a:t>This section functions around the clock throughout the year with three shifts</a:t>
            </a:r>
          </a:p>
          <a:p>
            <a:r>
              <a:rPr lang="en-IN" dirty="0"/>
              <a:t>Function of the personnel employed should be 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Control of hospital numbers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Preparation of prenumbered folders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Registration of new cases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Maintenance of patient master index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Registration of follow up appointment cases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Supply of records to outpatient clinics </a:t>
            </a:r>
          </a:p>
        </p:txBody>
      </p:sp>
    </p:spTree>
    <p:extLst>
      <p:ext uri="{BB962C8B-B14F-4D97-AF65-F5344CB8AC3E}">
        <p14:creationId xmlns:p14="http://schemas.microsoft.com/office/powerpoint/2010/main" val="300875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7552-91AD-4CC7-B59F-6769CEEA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4655" y="568345"/>
            <a:ext cx="9099616" cy="789400"/>
          </a:xfrm>
          <a:solidFill>
            <a:schemeClr val="accent2"/>
          </a:solidFill>
        </p:spPr>
        <p:txBody>
          <a:bodyPr/>
          <a:lstStyle/>
          <a:p>
            <a:r>
              <a:rPr lang="en-IN" dirty="0"/>
              <a:t>OUTPATIENT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1563E-0DB9-45E7-BD2C-63530F6B5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55" y="1357745"/>
            <a:ext cx="9099616" cy="4732159"/>
          </a:xfrm>
        </p:spPr>
        <p:txBody>
          <a:bodyPr/>
          <a:lstStyle/>
          <a:p>
            <a:r>
              <a:rPr lang="en-IN" dirty="0"/>
              <a:t>B. </a:t>
            </a:r>
            <a:r>
              <a:rPr lang="en-IN" dirty="0">
                <a:highlight>
                  <a:srgbClr val="FFFF00"/>
                </a:highlight>
              </a:rPr>
              <a:t>Out patient Clinic </a:t>
            </a:r>
          </a:p>
          <a:p>
            <a:r>
              <a:rPr lang="en-IN" dirty="0"/>
              <a:t>The medical record staff posted in this unit perform the following functions: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Collection of new and </a:t>
            </a:r>
            <a:r>
              <a:rPr lang="en-IN" dirty="0" err="1"/>
              <a:t>followup</a:t>
            </a:r>
            <a:r>
              <a:rPr lang="en-IN" dirty="0"/>
              <a:t> registered patient records including X –rays 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Maintenance of accounts of patients  treated in the clinic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Maintenance of accounts  of patients referred to and received from other clinics, investigations, and admissions 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Collection and return of records to the medical record files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32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9CBA-BFC1-44EA-B70A-A9A4A3F4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2" y="568345"/>
            <a:ext cx="11540836" cy="983364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en-IN" dirty="0"/>
              <a:t>ACCIDENT AND EMERGENCY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A43B-178A-451F-84AF-38A98011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36" y="1690255"/>
            <a:ext cx="9002635" cy="4399649"/>
          </a:xfrm>
        </p:spPr>
        <p:txBody>
          <a:bodyPr>
            <a:normAutofit/>
          </a:bodyPr>
          <a:lstStyle/>
          <a:p>
            <a:r>
              <a:rPr lang="en-IN" dirty="0"/>
              <a:t>This unit functions around the clock throughout the year with three shifts</a:t>
            </a:r>
          </a:p>
          <a:p>
            <a:r>
              <a:rPr lang="en-IN" dirty="0"/>
              <a:t>The personnel employed in this service perform the following functions 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Control of causality numbers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Preparation of prenumbered folders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Registration of causality cases.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Referral of patients for follow-up appointments, admissions and so 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Registration of medicolegal cases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Collection and mounting of investigation reports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Collection of statistics and filling of A/E records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668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FD65-4B9C-41EB-98E1-6A765939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830964"/>
          </a:xfrm>
          <a:solidFill>
            <a:schemeClr val="bg2">
              <a:lumMod val="50000"/>
            </a:schemeClr>
          </a:solidFill>
        </p:spPr>
        <p:txBody>
          <a:bodyPr/>
          <a:lstStyle/>
          <a:p>
            <a:r>
              <a:rPr lang="en-IN" dirty="0"/>
              <a:t>INPATIENT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D2B9-31C4-4BCA-BF48-6DE4D8599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706" y="1399309"/>
            <a:ext cx="8897565" cy="4690595"/>
          </a:xfrm>
        </p:spPr>
        <p:txBody>
          <a:bodyPr/>
          <a:lstStyle/>
          <a:p>
            <a:r>
              <a:rPr lang="en-IN" dirty="0"/>
              <a:t>The inpatient medical record services are classified into two sections:</a:t>
            </a:r>
          </a:p>
          <a:p>
            <a:r>
              <a:rPr lang="en-IN" dirty="0">
                <a:highlight>
                  <a:srgbClr val="00FFFF"/>
                </a:highlight>
              </a:rPr>
              <a:t>A. Admissions Office : </a:t>
            </a:r>
          </a:p>
          <a:p>
            <a:r>
              <a:rPr lang="en-IN" dirty="0"/>
              <a:t>This office functions around the clock through out the year.</a:t>
            </a:r>
          </a:p>
          <a:p>
            <a:r>
              <a:rPr lang="en-IN" dirty="0"/>
              <a:t>Staff are posted in three shifts to perform the following functions.(In small hospitals, the work of the third shift can be transferred to causality section )</a:t>
            </a:r>
          </a:p>
          <a:p>
            <a:r>
              <a:rPr lang="en-IN" dirty="0"/>
              <a:t>Maintenance of waiting list of patients </a:t>
            </a:r>
          </a:p>
          <a:p>
            <a:r>
              <a:rPr lang="en-IN" dirty="0"/>
              <a:t>Registration of admissions and discharges </a:t>
            </a:r>
          </a:p>
          <a:p>
            <a:r>
              <a:rPr lang="en-IN" dirty="0"/>
              <a:t>Maintenance of bed occupancy board</a:t>
            </a:r>
          </a:p>
          <a:p>
            <a:r>
              <a:rPr lang="en-IN" dirty="0"/>
              <a:t>Secures patient property.</a:t>
            </a:r>
          </a:p>
        </p:txBody>
      </p:sp>
    </p:spTree>
    <p:extLst>
      <p:ext uri="{BB962C8B-B14F-4D97-AF65-F5344CB8AC3E}">
        <p14:creationId xmlns:p14="http://schemas.microsoft.com/office/powerpoint/2010/main" val="214322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6321-AB11-4CDB-85C6-00CBE6B2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844819"/>
          </a:xfrm>
          <a:solidFill>
            <a:schemeClr val="bg2">
              <a:lumMod val="50000"/>
            </a:schemeClr>
          </a:solidFill>
        </p:spPr>
        <p:txBody>
          <a:bodyPr/>
          <a:lstStyle/>
          <a:p>
            <a:r>
              <a:rPr lang="en-IN" dirty="0"/>
              <a:t>INPATIENT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B336-E3F0-42F9-9B48-75EB7783D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706" y="1413164"/>
            <a:ext cx="8897565" cy="4676740"/>
          </a:xfrm>
        </p:spPr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B. Ward :</a:t>
            </a:r>
          </a:p>
          <a:p>
            <a:r>
              <a:rPr lang="en-IN" dirty="0" err="1"/>
              <a:t>Thev</a:t>
            </a:r>
            <a:r>
              <a:rPr lang="en-IN" dirty="0"/>
              <a:t> work relating to medical records in the ward will be performed by ward nurse, or ward clerk(AMRT)</a:t>
            </a:r>
          </a:p>
          <a:p>
            <a:r>
              <a:rPr lang="en-IN" dirty="0"/>
              <a:t>The following are the main functions: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Registration of admissions and discharges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Receipt and mounting of investigation reports in the appropriate records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Maintenance of accounts of bed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Scheduling of appointments for follow-up cases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Preparation and submission of ward daily census reports.</a:t>
            </a:r>
          </a:p>
        </p:txBody>
      </p:sp>
    </p:spTree>
    <p:extLst>
      <p:ext uri="{BB962C8B-B14F-4D97-AF65-F5344CB8AC3E}">
        <p14:creationId xmlns:p14="http://schemas.microsoft.com/office/powerpoint/2010/main" val="273516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288C-2B6E-4C2E-9887-2E53FACD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886382"/>
          </a:xfrm>
          <a:solidFill>
            <a:srgbClr val="FFFF00"/>
          </a:solidFill>
        </p:spPr>
        <p:txBody>
          <a:bodyPr/>
          <a:lstStyle/>
          <a:p>
            <a:r>
              <a:rPr lang="en-IN" dirty="0"/>
              <a:t>MEDICAL RECORD LIBRARY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0EBC8-E750-4316-8BC0-274B9D126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706" y="1454727"/>
            <a:ext cx="8897565" cy="4635177"/>
          </a:xfrm>
        </p:spPr>
        <p:txBody>
          <a:bodyPr/>
          <a:lstStyle/>
          <a:p>
            <a:r>
              <a:rPr lang="en-IN" dirty="0"/>
              <a:t>The medical record library (especially the filling and retrieving units )function around the clock. The staff are posted on three shifts and broadly perform the following function :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Processing of outpatient records.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Processing of inpatient records 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Collection and analysis of hospital statistics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Filing and retrieval of records and X-rays 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Performance of general medical record function </a:t>
            </a:r>
          </a:p>
        </p:txBody>
      </p:sp>
    </p:spTree>
    <p:extLst>
      <p:ext uri="{BB962C8B-B14F-4D97-AF65-F5344CB8AC3E}">
        <p14:creationId xmlns:p14="http://schemas.microsoft.com/office/powerpoint/2010/main" val="2320184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F90B-05B4-4F7B-8BFE-E4F6E36A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036" y="568345"/>
            <a:ext cx="9612235" cy="927946"/>
          </a:xfrm>
        </p:spPr>
        <p:txBody>
          <a:bodyPr/>
          <a:lstStyle/>
          <a:p>
            <a:r>
              <a:rPr lang="en-IN" dirty="0"/>
              <a:t>1.Processing of Outpatient Records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17370E-F8E8-4B8A-8142-525185E2A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113770"/>
              </p:ext>
            </p:extLst>
          </p:nvPr>
        </p:nvGraphicFramePr>
        <p:xfrm>
          <a:off x="3228109" y="1676400"/>
          <a:ext cx="8476528" cy="4413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02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8150-008A-4471-AC58-06486A94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2" y="568345"/>
            <a:ext cx="9750780" cy="830964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IN" dirty="0"/>
              <a:t>2. Processing of Inpatient Records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A1E0-EA74-4234-BA5C-E9A33D28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700" y="1787236"/>
            <a:ext cx="8770571" cy="4302668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The main functions of this unit as follows 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Collection and checking of daily ward census reports along with the discharged patient records and collection of late investigation reports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Analysis of discharged patient records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Assembly of records in a prescribed standard order and checking for deficiencies 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Coding and indexing of completed records as per the latest revision of ICD .</a:t>
            </a:r>
          </a:p>
        </p:txBody>
      </p:sp>
    </p:spTree>
    <p:extLst>
      <p:ext uri="{BB962C8B-B14F-4D97-AF65-F5344CB8AC3E}">
        <p14:creationId xmlns:p14="http://schemas.microsoft.com/office/powerpoint/2010/main" val="161880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2695-9FE0-4C35-AC2F-F6356A1C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382" y="568345"/>
            <a:ext cx="9504218" cy="142671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3.COLLECTION AND ANALYSIS OF HOSPITAL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FDE46-ACF9-44BA-81E5-02C532A1A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056" y="2369127"/>
            <a:ext cx="8947216" cy="207818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IN" sz="2400" dirty="0"/>
              <a:t>The main function of this unit is to collect statistics of outpatient, accident and emergency , inpatient, and administrative statistics , to analyse these statistics, and to prepares reports on a daily, monthly, and yearly basis. </a:t>
            </a:r>
          </a:p>
        </p:txBody>
      </p:sp>
    </p:spTree>
    <p:extLst>
      <p:ext uri="{BB962C8B-B14F-4D97-AF65-F5344CB8AC3E}">
        <p14:creationId xmlns:p14="http://schemas.microsoft.com/office/powerpoint/2010/main" val="1773068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37B9-360A-4407-AFF7-982F25B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40" y="568345"/>
            <a:ext cx="10246532" cy="140622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FILLING AND RETRIEVAL OF RECORDS AND X 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41CA-DB5E-474C-BD74-DE9C833D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2565400"/>
            <a:ext cx="8846771" cy="3524504"/>
          </a:xfrm>
        </p:spPr>
        <p:txBody>
          <a:bodyPr/>
          <a:lstStyle/>
          <a:p>
            <a:r>
              <a:rPr lang="en-IN" dirty="0"/>
              <a:t>This unit works around the clock, throughout the year, with three shifts .</a:t>
            </a:r>
          </a:p>
          <a:p>
            <a:r>
              <a:rPr lang="en-IN" dirty="0"/>
              <a:t>Main function of this unit: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Collect records, X RAYS ,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Arrange them in a required order prior to filling them.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 patient records and X rays are filed according to terminal digit filing 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They also retrieves records and X rays for patient care, medical education, medical research, as well as other administrative purposes.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864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BF57-3561-4867-B676-B104ED3F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841355"/>
          </a:xfrm>
        </p:spPr>
        <p:txBody>
          <a:bodyPr/>
          <a:lstStyle/>
          <a:p>
            <a:r>
              <a:rPr lang="en-IN" dirty="0"/>
              <a:t>FILING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69EA-15D3-4C3D-A791-B0A3021BE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7200" y="1574800"/>
            <a:ext cx="8707071" cy="4515104"/>
          </a:xfrm>
        </p:spPr>
        <p:txBody>
          <a:bodyPr/>
          <a:lstStyle/>
          <a:p>
            <a:r>
              <a:rPr lang="en-IN" dirty="0"/>
              <a:t>There are 3 different types of filing system. </a:t>
            </a:r>
          </a:p>
          <a:p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sz="3200" b="1" dirty="0"/>
              <a:t>Straight Numeric Filing Method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3200" b="1" dirty="0"/>
              <a:t>Terminal Digit Filing Method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3200" b="1" dirty="0"/>
              <a:t>Middle Digit Filing Method</a:t>
            </a:r>
          </a:p>
        </p:txBody>
      </p:sp>
    </p:spTree>
    <p:extLst>
      <p:ext uri="{BB962C8B-B14F-4D97-AF65-F5344CB8AC3E}">
        <p14:creationId xmlns:p14="http://schemas.microsoft.com/office/powerpoint/2010/main" val="3821712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B12C-1437-4F16-8F92-BF8D359F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8345"/>
            <a:ext cx="11704271" cy="841355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STRAIGHT NUMERIC FILLING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B770-4966-4807-83A1-AA975DEE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0" y="1612900"/>
            <a:ext cx="8503871" cy="4477004"/>
          </a:xfrm>
        </p:spPr>
        <p:txBody>
          <a:bodyPr/>
          <a:lstStyle/>
          <a:p>
            <a:r>
              <a:rPr lang="en-IN" dirty="0"/>
              <a:t>All records should be filed in the strict numerical order.</a:t>
            </a:r>
          </a:p>
          <a:p>
            <a:r>
              <a:rPr lang="en-IN" dirty="0"/>
              <a:t>Easiest methods of filing system.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>
                <a:solidFill>
                  <a:srgbClr val="FF0000"/>
                </a:solidFill>
              </a:rPr>
              <a:t>DISADVANTAGES: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tx1"/>
                </a:solidFill>
              </a:rPr>
              <a:t>Mis filed records will consumes lot of time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tx1"/>
                </a:solidFill>
              </a:rPr>
              <a:t>The records will be added to one end of the filing rack .by which the equal distribution of work will be difficult.</a:t>
            </a:r>
          </a:p>
        </p:txBody>
      </p:sp>
    </p:spTree>
    <p:extLst>
      <p:ext uri="{BB962C8B-B14F-4D97-AF65-F5344CB8AC3E}">
        <p14:creationId xmlns:p14="http://schemas.microsoft.com/office/powerpoint/2010/main" val="251432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2275-D19E-4390-B5ED-BD12CA25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8345"/>
            <a:ext cx="11094671" cy="904855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TERMINAL DIGIT FILING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8D5B-7EFC-477D-B05D-322020FC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676400"/>
            <a:ext cx="10853371" cy="4953000"/>
          </a:xfrm>
        </p:spPr>
        <p:txBody>
          <a:bodyPr/>
          <a:lstStyle/>
          <a:p>
            <a:r>
              <a:rPr lang="en-IN" dirty="0"/>
              <a:t>Terminal digit filing is a simple and accurate filing method which increases productivity of file clerks. </a:t>
            </a:r>
          </a:p>
          <a:p>
            <a:r>
              <a:rPr lang="en-IN" dirty="0"/>
              <a:t>Usually a six –digit number is used and divided with a hyphen into three parts, each part normally containing two digits.</a:t>
            </a:r>
          </a:p>
          <a:p>
            <a:r>
              <a:rPr lang="en-IN" dirty="0"/>
              <a:t>The primary digits are the last two digits on the right hand side of the number .</a:t>
            </a:r>
          </a:p>
          <a:p>
            <a:r>
              <a:rPr lang="en-IN" dirty="0"/>
              <a:t>The secondary digits are the middle two, and the tertiary digits are the first two on the left side of the number.</a:t>
            </a:r>
          </a:p>
          <a:p>
            <a:r>
              <a:rPr lang="en-IN" dirty="0"/>
              <a:t>In terminal digit file, there are 100 primary selections, ranging from 00to 99.</a:t>
            </a:r>
          </a:p>
          <a:p>
            <a:r>
              <a:rPr lang="en-IN" dirty="0"/>
              <a:t>When filing, a clerk considers the primary digits first, taking the record to the corresponding primary section.</a:t>
            </a:r>
          </a:p>
          <a:p>
            <a:r>
              <a:rPr lang="en-IN" dirty="0"/>
              <a:t>Within each primary section, groups of records are matched according to secondary digits.</a:t>
            </a:r>
          </a:p>
          <a:p>
            <a:r>
              <a:rPr lang="en-IN" dirty="0"/>
              <a:t>After locating the correct secondary digit section, the clerk files in numerical order by terminal digits.</a:t>
            </a:r>
          </a:p>
        </p:txBody>
      </p:sp>
    </p:spTree>
    <p:extLst>
      <p:ext uri="{BB962C8B-B14F-4D97-AF65-F5344CB8AC3E}">
        <p14:creationId xmlns:p14="http://schemas.microsoft.com/office/powerpoint/2010/main" val="646600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D112D-384C-4D3D-B658-BBA24F81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-101600"/>
            <a:ext cx="11899900" cy="695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 the file, the second tertiary digit changes with every record. NOTE Following sequence : </a:t>
            </a:r>
          </a:p>
          <a:p>
            <a:pPr marL="0" indent="0">
              <a:buNone/>
            </a:pPr>
            <a:r>
              <a:rPr lang="en-IN" dirty="0"/>
              <a:t>                     56-46-96                  98-46-96                               98-99-96</a:t>
            </a:r>
          </a:p>
          <a:p>
            <a:pPr marL="0" indent="0">
              <a:buNone/>
            </a:pPr>
            <a:r>
              <a:rPr lang="en-IN" dirty="0"/>
              <a:t>                     57-46-96                  99-46-96                               99-99-96</a:t>
            </a:r>
          </a:p>
          <a:p>
            <a:pPr marL="0" indent="0">
              <a:buNone/>
            </a:pPr>
            <a:r>
              <a:rPr lang="en-IN" dirty="0"/>
              <a:t>                     58-46-96                  00-47-96                                00-00-97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b="1" dirty="0">
                <a:solidFill>
                  <a:schemeClr val="tx1"/>
                </a:solidFill>
                <a:highlight>
                  <a:srgbClr val="FFFF00"/>
                </a:highlight>
              </a:rPr>
              <a:t>ADVANTAGES 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As new records are added to file, their terminal digit numbers are equally distributed throughout the 100 primary sections 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Only every 100</a:t>
            </a:r>
            <a:r>
              <a:rPr lang="en-IN" baseline="30000" dirty="0">
                <a:solidFill>
                  <a:schemeClr val="tx1"/>
                </a:solidFill>
              </a:rPr>
              <a:t>th</a:t>
            </a:r>
            <a:r>
              <a:rPr lang="en-IN" dirty="0">
                <a:solidFill>
                  <a:schemeClr val="tx1"/>
                </a:solidFill>
              </a:rPr>
              <a:t> new medical record will be filled in the same primary section of the file. The implications of the ‘perfect’ distribution are extensive.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The congestion that results when several clerks file active records in the same area of the file is eliminated.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Clerks may be assigned responsibility of certain sections of file.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As the registration numbers are still assigned in straight numerical order, the work is evenly distributed with each clerk having approximately the same number of active records in each section.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Inactive records may be pulled from each terminal digit section as new records are added.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Mis files are substantially reduced with the use of terminal digit filing. Since the clerk is concerned with only one pair of digits at a time, the transposition of numbers is less likely to occur .</a:t>
            </a: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247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1EDB-5B87-456C-8538-B7BD5BD0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241301"/>
            <a:ext cx="10446971" cy="67309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MIDDLE DIGIT FILLING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164F-B6A9-4939-AB72-50D26D3C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914400"/>
            <a:ext cx="10446971" cy="517550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clerk files according to pairs of digits as in the terminal digit method.</a:t>
            </a:r>
          </a:p>
          <a:p>
            <a:r>
              <a:rPr lang="en-IN" dirty="0"/>
              <a:t>The Primary, Secondary and tertiary digits are in different positions .</a:t>
            </a:r>
          </a:p>
          <a:p>
            <a:r>
              <a:rPr lang="en-IN" dirty="0"/>
              <a:t>The middle pair of digits in a six –digit number are the primary digits the digits on the left are secondary digits, and the digits on the right are tertiary digits.</a:t>
            </a:r>
          </a:p>
          <a:p>
            <a:r>
              <a:rPr lang="en-IN" dirty="0"/>
              <a:t>46                                                         88                                                  86</a:t>
            </a:r>
          </a:p>
          <a:p>
            <a:r>
              <a:rPr lang="en-IN" dirty="0"/>
              <a:t>Secondary                                          primary                                         tertiary </a:t>
            </a:r>
          </a:p>
          <a:p>
            <a:pPr marL="0" indent="0">
              <a:buNone/>
            </a:pPr>
            <a:r>
              <a:rPr lang="en-IN" dirty="0"/>
              <a:t>NOTE: Sample sequences from middle digit file :</a:t>
            </a:r>
          </a:p>
          <a:p>
            <a:pPr marL="0" indent="0">
              <a:buNone/>
            </a:pPr>
            <a:r>
              <a:rPr lang="en-IN" dirty="0"/>
              <a:t>46-68-96                                   99-68-96</a:t>
            </a:r>
          </a:p>
          <a:p>
            <a:pPr marL="0" indent="0">
              <a:buNone/>
            </a:pPr>
            <a:r>
              <a:rPr lang="en-IN" dirty="0"/>
              <a:t>46-68-97                                   99-68-97</a:t>
            </a:r>
          </a:p>
          <a:p>
            <a:pPr marL="0" indent="0">
              <a:buNone/>
            </a:pPr>
            <a:r>
              <a:rPr lang="en-IN" dirty="0"/>
              <a:t>46-68-98                                  99-68-98</a:t>
            </a:r>
          </a:p>
          <a:p>
            <a:pPr marL="0" indent="0">
              <a:buNone/>
            </a:pPr>
            <a:r>
              <a:rPr lang="en-IN" dirty="0"/>
              <a:t>46-68-99                                  99-68-99</a:t>
            </a:r>
          </a:p>
          <a:p>
            <a:pPr marL="0" indent="0">
              <a:buNone/>
            </a:pPr>
            <a:r>
              <a:rPr lang="en-IN" dirty="0"/>
              <a:t>47-68-00                                  00-69-00</a:t>
            </a:r>
          </a:p>
          <a:p>
            <a:pPr marL="0" indent="0">
              <a:buNone/>
            </a:pPr>
            <a:r>
              <a:rPr lang="en-IN" dirty="0"/>
              <a:t>47-68-01                                 00-69-01</a:t>
            </a:r>
          </a:p>
          <a:p>
            <a:pPr marL="0" indent="0">
              <a:buNone/>
            </a:pPr>
            <a:r>
              <a:rPr lang="en-IN" dirty="0"/>
              <a:t>47-68-02                                  00-69-02</a:t>
            </a:r>
          </a:p>
        </p:txBody>
      </p:sp>
    </p:spTree>
    <p:extLst>
      <p:ext uri="{BB962C8B-B14F-4D97-AF65-F5344CB8AC3E}">
        <p14:creationId xmlns:p14="http://schemas.microsoft.com/office/powerpoint/2010/main" val="1270842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8FE8-5854-4D72-B7D1-8E20892A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568345"/>
            <a:ext cx="9913571" cy="67625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1E1217">
                    <a:lumMod val="75000"/>
                    <a:lumOff val="25000"/>
                  </a:srgbClr>
                </a:solidFill>
              </a:rPr>
              <a:t>MIDDLE DIGIT FILLING METHOD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5E05-5A56-4B90-BAF4-BD29DE7E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244600"/>
            <a:ext cx="8516571" cy="4845304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ADVANTAGES:</a:t>
            </a:r>
          </a:p>
          <a:p>
            <a:r>
              <a:rPr lang="en-IN" b="1" dirty="0"/>
              <a:t>1. </a:t>
            </a:r>
            <a:r>
              <a:rPr lang="en-IN" dirty="0"/>
              <a:t>Simple to pull up to 100 consecutively numbered charts for study purposes.</a:t>
            </a:r>
          </a:p>
          <a:p>
            <a:r>
              <a:rPr lang="en-IN" b="1" dirty="0"/>
              <a:t>2. </a:t>
            </a:r>
            <a:r>
              <a:rPr lang="en-IN" dirty="0"/>
              <a:t>Conversion from a straight numerical system to a middle digit system is much simpler than conversion to a terminal digit system.</a:t>
            </a:r>
          </a:p>
          <a:p>
            <a:r>
              <a:rPr lang="en-IN" dirty="0"/>
              <a:t>3Middle digit filing provides a more even distribution of records than straight numerical filing, although it does not equal the balance achieved by a terminal digit filing system .</a:t>
            </a:r>
          </a:p>
          <a:p>
            <a:r>
              <a:rPr lang="en-IN" dirty="0"/>
              <a:t>4. Clerk may be </a:t>
            </a:r>
            <a:r>
              <a:rPr lang="en-IN" dirty="0" err="1"/>
              <a:t>assignmed</a:t>
            </a:r>
            <a:r>
              <a:rPr lang="en-IN" dirty="0"/>
              <a:t> responsibility for certain middle digit </a:t>
            </a:r>
            <a:r>
              <a:rPr lang="en-IN" dirty="0" err="1"/>
              <a:t>sections.As</a:t>
            </a:r>
            <a:r>
              <a:rPr lang="en-IN" dirty="0"/>
              <a:t> in terminal digit filing, the clerk is filing by pairs of digits rather than six or seven digits , therefore mis files are reduced .</a:t>
            </a:r>
          </a:p>
        </p:txBody>
      </p:sp>
    </p:spTree>
    <p:extLst>
      <p:ext uri="{BB962C8B-B14F-4D97-AF65-F5344CB8AC3E}">
        <p14:creationId xmlns:p14="http://schemas.microsoft.com/office/powerpoint/2010/main" val="1556468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917773-8C29-4CEF-B5D8-D78BEBA8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568345"/>
            <a:ext cx="11912600" cy="87945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IN" dirty="0"/>
              <a:t>COLOR CODING OF THE RECORD FOLDERS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D527D-CBBF-4F1B-8BEC-9B74A78C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0" y="1447800"/>
            <a:ext cx="11861800" cy="52197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It refers to the use of colour on folders to aid in the preventions of mis files and in the location of mis-filed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Colour bars in various positions around the edges of folders ( known as blocking )create distinct patterns of colours in various sections of the file.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 Break in the colour pattern in a file section signals a misfiled record.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Colour coding is most effective when used in conjunction with terminal digit and middle digit filing, although workable colour –coding systems can be used for straight numerical filing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One approach to colour-coding in a terminal digit or middle digit file utilizes then different colours to signify the first primary digits 0 to 9.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Two colour bars or blocks appearing in the same position can be used to signify each of the two primary digits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 this case the top colour bar represents the left hand digit of the primary set, and the bottom colour bar represents the right hand digit of the primary 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If brown is the colour assigned to the digit 8 and green is the colour assigned to the digit 4, a chart numbered 1694 84 in a terminal digit file is </a:t>
            </a:r>
            <a:r>
              <a:rPr lang="en-IN" dirty="0" err="1"/>
              <a:t>colur</a:t>
            </a:r>
            <a:r>
              <a:rPr lang="en-IN" dirty="0"/>
              <a:t> with a brown band on top, with green band directly beneath it .</a:t>
            </a:r>
          </a:p>
        </p:txBody>
      </p:sp>
    </p:spTree>
    <p:extLst>
      <p:ext uri="{BB962C8B-B14F-4D97-AF65-F5344CB8AC3E}">
        <p14:creationId xmlns:p14="http://schemas.microsoft.com/office/powerpoint/2010/main" val="216946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01FA2B-8E94-4AF0-B2F0-636D2662A6A0}"/>
              </a:ext>
            </a:extLst>
          </p:cNvPr>
          <p:cNvSpPr/>
          <p:nvPr/>
        </p:nvSpPr>
        <p:spPr>
          <a:xfrm>
            <a:off x="3941580" y="526450"/>
            <a:ext cx="2812473" cy="4987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MEDICAL RECORD OFFICER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757470-12BD-4A10-93B3-19298B90D835}"/>
              </a:ext>
            </a:extLst>
          </p:cNvPr>
          <p:cNvCxnSpPr>
            <a:cxnSpLocks/>
          </p:cNvCxnSpPr>
          <p:nvPr/>
        </p:nvCxnSpPr>
        <p:spPr>
          <a:xfrm>
            <a:off x="5347853" y="914388"/>
            <a:ext cx="20782" cy="554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23B046-D7EC-46A7-ABFF-1CDCFD19E0DF}"/>
              </a:ext>
            </a:extLst>
          </p:cNvPr>
          <p:cNvCxnSpPr/>
          <p:nvPr/>
        </p:nvCxnSpPr>
        <p:spPr>
          <a:xfrm>
            <a:off x="2313709" y="1427018"/>
            <a:ext cx="7370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FE87B2-80BF-48EE-B01C-DEC51A7D7A57}"/>
              </a:ext>
            </a:extLst>
          </p:cNvPr>
          <p:cNvCxnSpPr/>
          <p:nvPr/>
        </p:nvCxnSpPr>
        <p:spPr>
          <a:xfrm>
            <a:off x="2313709" y="1427018"/>
            <a:ext cx="0" cy="47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715D32-4523-4271-AE12-5C642BE265EB}"/>
              </a:ext>
            </a:extLst>
          </p:cNvPr>
          <p:cNvCxnSpPr/>
          <p:nvPr/>
        </p:nvCxnSpPr>
        <p:spPr>
          <a:xfrm>
            <a:off x="9684327" y="1427018"/>
            <a:ext cx="0" cy="48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4900C4-9878-4ECD-AF3A-9FF378B13711}"/>
              </a:ext>
            </a:extLst>
          </p:cNvPr>
          <p:cNvSpPr/>
          <p:nvPr/>
        </p:nvSpPr>
        <p:spPr>
          <a:xfrm>
            <a:off x="720436" y="1828794"/>
            <a:ext cx="2285979" cy="4710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ASST. MRO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48393A-B11C-4CD5-9047-A8A30CD90FB9}"/>
              </a:ext>
            </a:extLst>
          </p:cNvPr>
          <p:cNvSpPr/>
          <p:nvPr/>
        </p:nvSpPr>
        <p:spPr>
          <a:xfrm>
            <a:off x="8534400" y="1828793"/>
            <a:ext cx="1773344" cy="4710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ASST.MRO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2DA22F9-6276-49E3-A4EA-5A185B31DFFF}"/>
              </a:ext>
            </a:extLst>
          </p:cNvPr>
          <p:cNvCxnSpPr>
            <a:stCxn id="13" idx="2"/>
          </p:cNvCxnSpPr>
          <p:nvPr/>
        </p:nvCxnSpPr>
        <p:spPr>
          <a:xfrm rot="16200000" flipH="1">
            <a:off x="2414146" y="1749128"/>
            <a:ext cx="374078" cy="14755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EF0429-862F-4C0A-BA68-57B5ACBAF14A}"/>
              </a:ext>
            </a:extLst>
          </p:cNvPr>
          <p:cNvCxnSpPr/>
          <p:nvPr/>
        </p:nvCxnSpPr>
        <p:spPr>
          <a:xfrm>
            <a:off x="3338945" y="2673927"/>
            <a:ext cx="0" cy="110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CBDDD8-67CB-4B88-A329-9A3C03585135}"/>
              </a:ext>
            </a:extLst>
          </p:cNvPr>
          <p:cNvCxnSpPr>
            <a:cxnSpLocks/>
          </p:cNvCxnSpPr>
          <p:nvPr/>
        </p:nvCxnSpPr>
        <p:spPr>
          <a:xfrm flipH="1">
            <a:off x="429491" y="2673927"/>
            <a:ext cx="1433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6AAB39-C075-46E2-A381-9FC89BB6AAA3}"/>
              </a:ext>
            </a:extLst>
          </p:cNvPr>
          <p:cNvCxnSpPr/>
          <p:nvPr/>
        </p:nvCxnSpPr>
        <p:spPr>
          <a:xfrm>
            <a:off x="429491" y="2673927"/>
            <a:ext cx="0" cy="554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9D866D3-75ED-4E30-9A36-E0579DFAFAFE}"/>
              </a:ext>
            </a:extLst>
          </p:cNvPr>
          <p:cNvSpPr/>
          <p:nvPr/>
        </p:nvSpPr>
        <p:spPr>
          <a:xfrm>
            <a:off x="273621" y="3200406"/>
            <a:ext cx="803564" cy="5541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FCB6D7-E837-46D7-B9DE-120646F4B824}"/>
              </a:ext>
            </a:extLst>
          </p:cNvPr>
          <p:cNvSpPr/>
          <p:nvPr/>
        </p:nvSpPr>
        <p:spPr>
          <a:xfrm>
            <a:off x="3006415" y="3782291"/>
            <a:ext cx="955963" cy="498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46C988C-BEE3-4599-AE1A-C8CF226CEDD3}"/>
              </a:ext>
            </a:extLst>
          </p:cNvPr>
          <p:cNvCxnSpPr>
            <a:stCxn id="25" idx="2"/>
          </p:cNvCxnSpPr>
          <p:nvPr/>
        </p:nvCxnSpPr>
        <p:spPr>
          <a:xfrm>
            <a:off x="675403" y="3754586"/>
            <a:ext cx="0" cy="845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D4899C7-0FD6-4979-A05D-EC72F871FF41}"/>
              </a:ext>
            </a:extLst>
          </p:cNvPr>
          <p:cNvSpPr/>
          <p:nvPr/>
        </p:nvSpPr>
        <p:spPr>
          <a:xfrm>
            <a:off x="273621" y="4599709"/>
            <a:ext cx="1433915" cy="374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OUTPATIENT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74B0BF-8D32-44CA-99B4-00A24DBC7CF9}"/>
              </a:ext>
            </a:extLst>
          </p:cNvPr>
          <p:cNvCxnSpPr>
            <a:stCxn id="31" idx="2"/>
          </p:cNvCxnSpPr>
          <p:nvPr/>
        </p:nvCxnSpPr>
        <p:spPr>
          <a:xfrm flipH="1">
            <a:off x="990578" y="4973781"/>
            <a:ext cx="1" cy="58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B5413C-AF99-4939-8E05-031F1E3986DA}"/>
              </a:ext>
            </a:extLst>
          </p:cNvPr>
          <p:cNvCxnSpPr/>
          <p:nvPr/>
        </p:nvCxnSpPr>
        <p:spPr>
          <a:xfrm>
            <a:off x="273621" y="5680367"/>
            <a:ext cx="27327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C65AC8-0AEC-4BB2-A33C-60AF87E6921F}"/>
              </a:ext>
            </a:extLst>
          </p:cNvPr>
          <p:cNvCxnSpPr/>
          <p:nvPr/>
        </p:nvCxnSpPr>
        <p:spPr>
          <a:xfrm>
            <a:off x="273621" y="5694218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348231-E9EF-42F8-8339-7987DEF6324C}"/>
              </a:ext>
            </a:extLst>
          </p:cNvPr>
          <p:cNvCxnSpPr/>
          <p:nvPr/>
        </p:nvCxnSpPr>
        <p:spPr>
          <a:xfrm>
            <a:off x="3006415" y="5680367"/>
            <a:ext cx="0" cy="318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E2C85F2-0F69-457E-B3CA-33D7C672A6C8}"/>
              </a:ext>
            </a:extLst>
          </p:cNvPr>
          <p:cNvSpPr/>
          <p:nvPr/>
        </p:nvSpPr>
        <p:spPr>
          <a:xfrm>
            <a:off x="152400" y="6054436"/>
            <a:ext cx="1330008" cy="5541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CR and Appoint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E9F5F9-7708-46F9-AC31-59E2DE7AE421}"/>
              </a:ext>
            </a:extLst>
          </p:cNvPr>
          <p:cNvSpPr/>
          <p:nvPr/>
        </p:nvSpPr>
        <p:spPr>
          <a:xfrm>
            <a:off x="2313709" y="6054436"/>
            <a:ext cx="1330002" cy="5541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OP Clinic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BE3A79-36C9-4C95-9D58-53E237AA1AE3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463636" y="4281052"/>
            <a:ext cx="20761" cy="429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391AB78-FE72-4C5B-931C-18CF6469AF1C}"/>
              </a:ext>
            </a:extLst>
          </p:cNvPr>
          <p:cNvCxnSpPr/>
          <p:nvPr/>
        </p:nvCxnSpPr>
        <p:spPr>
          <a:xfrm>
            <a:off x="2313709" y="4710545"/>
            <a:ext cx="2798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B3B2C9-64D2-4CA0-8523-AAEA6F4473FA}"/>
              </a:ext>
            </a:extLst>
          </p:cNvPr>
          <p:cNvCxnSpPr/>
          <p:nvPr/>
        </p:nvCxnSpPr>
        <p:spPr>
          <a:xfrm>
            <a:off x="2313709" y="4710545"/>
            <a:ext cx="0" cy="26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CB4B76F-06CE-4739-9B19-0B27AF75E599}"/>
              </a:ext>
            </a:extLst>
          </p:cNvPr>
          <p:cNvCxnSpPr/>
          <p:nvPr/>
        </p:nvCxnSpPr>
        <p:spPr>
          <a:xfrm>
            <a:off x="5112327" y="4710545"/>
            <a:ext cx="0" cy="26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4362889-AFFB-4B50-A203-7A34A2478C39}"/>
              </a:ext>
            </a:extLst>
          </p:cNvPr>
          <p:cNvSpPr/>
          <p:nvPr/>
        </p:nvSpPr>
        <p:spPr>
          <a:xfrm>
            <a:off x="2105891" y="4973781"/>
            <a:ext cx="1330002" cy="429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A/E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E597B7-280E-49AB-A768-B03CA14321D5}"/>
              </a:ext>
            </a:extLst>
          </p:cNvPr>
          <p:cNvSpPr/>
          <p:nvPr/>
        </p:nvSpPr>
        <p:spPr>
          <a:xfrm>
            <a:off x="4336473" y="4973781"/>
            <a:ext cx="1427014" cy="4294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57E129B-853F-49F1-81CF-7C785C3203F6}"/>
              </a:ext>
            </a:extLst>
          </p:cNvPr>
          <p:cNvCxnSpPr/>
          <p:nvPr/>
        </p:nvCxnSpPr>
        <p:spPr>
          <a:xfrm>
            <a:off x="5368635" y="2486887"/>
            <a:ext cx="6283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3A6548C-26D4-4160-A2CF-B694F291CBF1}"/>
              </a:ext>
            </a:extLst>
          </p:cNvPr>
          <p:cNvCxnSpPr>
            <a:stCxn id="14" idx="2"/>
          </p:cNvCxnSpPr>
          <p:nvPr/>
        </p:nvCxnSpPr>
        <p:spPr>
          <a:xfrm>
            <a:off x="9421072" y="2299846"/>
            <a:ext cx="0" cy="187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3FC4088-E8E9-4E06-A9C6-9F55E29838A0}"/>
              </a:ext>
            </a:extLst>
          </p:cNvPr>
          <p:cNvCxnSpPr/>
          <p:nvPr/>
        </p:nvCxnSpPr>
        <p:spPr>
          <a:xfrm>
            <a:off x="5379027" y="2486887"/>
            <a:ext cx="10391" cy="339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5E44F42-884D-4A2C-BA14-867C6C220C3C}"/>
              </a:ext>
            </a:extLst>
          </p:cNvPr>
          <p:cNvSpPr/>
          <p:nvPr/>
        </p:nvSpPr>
        <p:spPr>
          <a:xfrm>
            <a:off x="4710550" y="2791735"/>
            <a:ext cx="1288468" cy="408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8893E48-D572-4F4D-A0F8-631ADC84632A}"/>
              </a:ext>
            </a:extLst>
          </p:cNvPr>
          <p:cNvCxnSpPr>
            <a:stCxn id="62" idx="2"/>
          </p:cNvCxnSpPr>
          <p:nvPr/>
        </p:nvCxnSpPr>
        <p:spPr>
          <a:xfrm>
            <a:off x="5354784" y="3200398"/>
            <a:ext cx="0" cy="27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4D92A3-EDBA-4C5D-BACC-A6CDA16B519F}"/>
              </a:ext>
            </a:extLst>
          </p:cNvPr>
          <p:cNvCxnSpPr/>
          <p:nvPr/>
        </p:nvCxnSpPr>
        <p:spPr>
          <a:xfrm>
            <a:off x="4530436" y="3505205"/>
            <a:ext cx="2244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3C37D9A-2B9D-43E1-BFAA-D681AF52C6ED}"/>
              </a:ext>
            </a:extLst>
          </p:cNvPr>
          <p:cNvCxnSpPr/>
          <p:nvPr/>
        </p:nvCxnSpPr>
        <p:spPr>
          <a:xfrm>
            <a:off x="4502727" y="3477496"/>
            <a:ext cx="0" cy="304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B834B5-A7E0-453B-B65B-D47F3BB98C05}"/>
              </a:ext>
            </a:extLst>
          </p:cNvPr>
          <p:cNvCxnSpPr/>
          <p:nvPr/>
        </p:nvCxnSpPr>
        <p:spPr>
          <a:xfrm>
            <a:off x="6774872" y="3505205"/>
            <a:ext cx="0" cy="27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C51A803-27E8-4328-A51A-9B03C36BB5BF}"/>
              </a:ext>
            </a:extLst>
          </p:cNvPr>
          <p:cNvSpPr/>
          <p:nvPr/>
        </p:nvSpPr>
        <p:spPr>
          <a:xfrm>
            <a:off x="4239491" y="3782291"/>
            <a:ext cx="1198402" cy="374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WARD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C523882-4936-4923-93F4-2347131A7C2B}"/>
              </a:ext>
            </a:extLst>
          </p:cNvPr>
          <p:cNvSpPr/>
          <p:nvPr/>
        </p:nvSpPr>
        <p:spPr>
          <a:xfrm>
            <a:off x="5999018" y="3851567"/>
            <a:ext cx="1198394" cy="3740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MED.SEC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0F1A13A-6F9D-4D46-B02F-EA93BD0A726B}"/>
              </a:ext>
            </a:extLst>
          </p:cNvPr>
          <p:cNvCxnSpPr/>
          <p:nvPr/>
        </p:nvCxnSpPr>
        <p:spPr>
          <a:xfrm>
            <a:off x="7578436" y="2486887"/>
            <a:ext cx="0" cy="2223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1413324E-46CC-4E26-9E88-C3DB4082D0D9}"/>
              </a:ext>
            </a:extLst>
          </p:cNvPr>
          <p:cNvSpPr/>
          <p:nvPr/>
        </p:nvSpPr>
        <p:spPr>
          <a:xfrm>
            <a:off x="7079673" y="4710545"/>
            <a:ext cx="1198394" cy="3740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75FF1FC-E890-4586-8CD4-9418B39F8D55}"/>
              </a:ext>
            </a:extLst>
          </p:cNvPr>
          <p:cNvCxnSpPr>
            <a:cxnSpLocks/>
          </p:cNvCxnSpPr>
          <p:nvPr/>
        </p:nvCxnSpPr>
        <p:spPr>
          <a:xfrm>
            <a:off x="7668467" y="5084599"/>
            <a:ext cx="0" cy="42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29375BC-BABB-47E0-9375-CECE2E1265B7}"/>
              </a:ext>
            </a:extLst>
          </p:cNvPr>
          <p:cNvCxnSpPr/>
          <p:nvPr/>
        </p:nvCxnSpPr>
        <p:spPr>
          <a:xfrm>
            <a:off x="6289963" y="5514087"/>
            <a:ext cx="25769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99A3CC9-0EDB-4042-B932-F108911AE348}"/>
              </a:ext>
            </a:extLst>
          </p:cNvPr>
          <p:cNvCxnSpPr/>
          <p:nvPr/>
        </p:nvCxnSpPr>
        <p:spPr>
          <a:xfrm>
            <a:off x="6289963" y="555567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1F71057-ACB8-4D44-961C-AAFA729BB3FD}"/>
              </a:ext>
            </a:extLst>
          </p:cNvPr>
          <p:cNvCxnSpPr/>
          <p:nvPr/>
        </p:nvCxnSpPr>
        <p:spPr>
          <a:xfrm>
            <a:off x="8866908" y="5514087"/>
            <a:ext cx="0" cy="346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7200EF87-8AAA-4249-8DB1-0362D167C0C4}"/>
              </a:ext>
            </a:extLst>
          </p:cNvPr>
          <p:cNvSpPr/>
          <p:nvPr/>
        </p:nvSpPr>
        <p:spPr>
          <a:xfrm>
            <a:off x="5763487" y="5860473"/>
            <a:ext cx="1198374" cy="6719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Proc.of</a:t>
            </a:r>
            <a:r>
              <a:rPr lang="en-IN" dirty="0"/>
              <a:t> OP. Rec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292A7FF-0018-4491-879A-A5E7D4347369}"/>
              </a:ext>
            </a:extLst>
          </p:cNvPr>
          <p:cNvSpPr/>
          <p:nvPr/>
        </p:nvSpPr>
        <p:spPr>
          <a:xfrm>
            <a:off x="8007924" y="5801623"/>
            <a:ext cx="1413148" cy="7065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Proc. Of IP Rec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F7A6742-202B-49E1-AA1D-8CE3BE512D92}"/>
              </a:ext>
            </a:extLst>
          </p:cNvPr>
          <p:cNvCxnSpPr/>
          <p:nvPr/>
        </p:nvCxnSpPr>
        <p:spPr>
          <a:xfrm>
            <a:off x="9421072" y="2486887"/>
            <a:ext cx="0" cy="1295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CEB84728-3C43-4FF3-BFDD-4C99077C9D90}"/>
              </a:ext>
            </a:extLst>
          </p:cNvPr>
          <p:cNvSpPr/>
          <p:nvPr/>
        </p:nvSpPr>
        <p:spPr>
          <a:xfrm>
            <a:off x="8977745" y="3851567"/>
            <a:ext cx="1066790" cy="4294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564F2C-53F0-43DC-B896-88A3E717F9F3}"/>
              </a:ext>
            </a:extLst>
          </p:cNvPr>
          <p:cNvCxnSpPr>
            <a:stCxn id="89" idx="2"/>
          </p:cNvCxnSpPr>
          <p:nvPr/>
        </p:nvCxnSpPr>
        <p:spPr>
          <a:xfrm>
            <a:off x="9511140" y="4281051"/>
            <a:ext cx="20792" cy="460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81F18798-6FFF-4A80-8F75-0B3701948978}"/>
              </a:ext>
            </a:extLst>
          </p:cNvPr>
          <p:cNvSpPr/>
          <p:nvPr/>
        </p:nvSpPr>
        <p:spPr>
          <a:xfrm>
            <a:off x="8866908" y="4741754"/>
            <a:ext cx="1274555" cy="4259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STATISTICS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DDD0D70-14AA-437D-BF47-A0D9EB4A0EA5}"/>
              </a:ext>
            </a:extLst>
          </p:cNvPr>
          <p:cNvCxnSpPr/>
          <p:nvPr/>
        </p:nvCxnSpPr>
        <p:spPr>
          <a:xfrm>
            <a:off x="10709564" y="2486887"/>
            <a:ext cx="0" cy="2916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1C374CA-436C-4797-A2E4-E8C2E7F34526}"/>
              </a:ext>
            </a:extLst>
          </p:cNvPr>
          <p:cNvCxnSpPr/>
          <p:nvPr/>
        </p:nvCxnSpPr>
        <p:spPr>
          <a:xfrm>
            <a:off x="9850582" y="5403269"/>
            <a:ext cx="1579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8DE29C4-9B20-4FA0-ADF6-C43567F429D0}"/>
              </a:ext>
            </a:extLst>
          </p:cNvPr>
          <p:cNvCxnSpPr/>
          <p:nvPr/>
        </p:nvCxnSpPr>
        <p:spPr>
          <a:xfrm>
            <a:off x="9878291" y="5403269"/>
            <a:ext cx="0" cy="27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04BCD5B-E4AA-48BD-A535-D9DBDB83CDE0}"/>
              </a:ext>
            </a:extLst>
          </p:cNvPr>
          <p:cNvCxnSpPr/>
          <p:nvPr/>
        </p:nvCxnSpPr>
        <p:spPr>
          <a:xfrm>
            <a:off x="11430000" y="5403269"/>
            <a:ext cx="0" cy="398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D81EEC6-78D5-49FD-B96B-19CCAACB7589}"/>
              </a:ext>
            </a:extLst>
          </p:cNvPr>
          <p:cNvSpPr/>
          <p:nvPr/>
        </p:nvSpPr>
        <p:spPr>
          <a:xfrm>
            <a:off x="9531932" y="5680367"/>
            <a:ext cx="1177619" cy="7065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Filling Rec/ X ray 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049523D-DF15-4BA3-8537-28B78272DCBE}"/>
              </a:ext>
            </a:extLst>
          </p:cNvPr>
          <p:cNvSpPr/>
          <p:nvPr/>
        </p:nvSpPr>
        <p:spPr>
          <a:xfrm>
            <a:off x="11111350" y="5801623"/>
            <a:ext cx="914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Retriev</a:t>
            </a:r>
            <a:r>
              <a:rPr lang="en-IN" dirty="0"/>
              <a:t>-Rec/X ray 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AE11234-0E81-4A45-AB74-E40149BBF658}"/>
              </a:ext>
            </a:extLst>
          </p:cNvPr>
          <p:cNvCxnSpPr/>
          <p:nvPr/>
        </p:nvCxnSpPr>
        <p:spPr>
          <a:xfrm>
            <a:off x="11651673" y="2486886"/>
            <a:ext cx="0" cy="74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7F805B0-EF9A-450A-91DE-5FEF19941929}"/>
              </a:ext>
            </a:extLst>
          </p:cNvPr>
          <p:cNvSpPr/>
          <p:nvPr/>
        </p:nvSpPr>
        <p:spPr>
          <a:xfrm>
            <a:off x="11263758" y="3219429"/>
            <a:ext cx="775830" cy="39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C641E85-F403-4306-BA6B-2E9E23C42120}"/>
              </a:ext>
            </a:extLst>
          </p:cNvPr>
          <p:cNvCxnSpPr>
            <a:stCxn id="108" idx="2"/>
          </p:cNvCxnSpPr>
          <p:nvPr/>
        </p:nvCxnSpPr>
        <p:spPr>
          <a:xfrm>
            <a:off x="11651673" y="3617781"/>
            <a:ext cx="0" cy="413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37CC8C4-AA61-421C-AD35-5EE0B4FF0547}"/>
              </a:ext>
            </a:extLst>
          </p:cNvPr>
          <p:cNvSpPr/>
          <p:nvPr/>
        </p:nvSpPr>
        <p:spPr>
          <a:xfrm>
            <a:off x="10972813" y="3988423"/>
            <a:ext cx="1136047" cy="4433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GENERAL </a:t>
            </a:r>
          </a:p>
        </p:txBody>
      </p:sp>
      <p:sp>
        <p:nvSpPr>
          <p:cNvPr id="112" name="Title 111">
            <a:extLst>
              <a:ext uri="{FF2B5EF4-FFF2-40B4-BE49-F238E27FC236}">
                <a16:creationId xmlns:a16="http://schemas.microsoft.com/office/drawing/2014/main" id="{33A3D834-B6B2-4E0A-A6BB-A776044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398" y="-51991"/>
            <a:ext cx="10713693" cy="59226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IN" sz="2800" dirty="0"/>
              <a:t>ORGANIZATIONAL CHART OF MRD STAFF</a:t>
            </a:r>
          </a:p>
        </p:txBody>
      </p:sp>
    </p:spTree>
    <p:extLst>
      <p:ext uri="{BB962C8B-B14F-4D97-AF65-F5344CB8AC3E}">
        <p14:creationId xmlns:p14="http://schemas.microsoft.com/office/powerpoint/2010/main" val="2855423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92F1-8C14-4C26-94AF-5E4109F0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692" y="249382"/>
            <a:ext cx="10055580" cy="155170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dirty="0"/>
              <a:t>NORMS FOR DEVELOPING THE NUMBERS OF PERSONNEL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9218-A1C6-4F0E-BDF6-BDE3E89A0CA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FORMULA</a:t>
            </a:r>
            <a:r>
              <a:rPr lang="en-IN" dirty="0"/>
              <a:t> for deploying the number of personnel to furnish around the clock service :</a:t>
            </a:r>
          </a:p>
          <a:p>
            <a:pPr marL="0" indent="0">
              <a:buNone/>
            </a:pPr>
            <a:r>
              <a:rPr lang="en-IN" b="1" dirty="0"/>
              <a:t>Working day x number of shift          =numbers of persons required to be posted </a:t>
            </a:r>
          </a:p>
          <a:p>
            <a:pPr marL="0" indent="0">
              <a:buNone/>
            </a:pPr>
            <a:r>
              <a:rPr lang="en-IN" b="1" dirty="0"/>
              <a:t>        Man days </a:t>
            </a:r>
          </a:p>
          <a:p>
            <a:pPr marL="0" indent="0">
              <a:buNone/>
            </a:pPr>
            <a:r>
              <a:rPr lang="en-IN" dirty="0" err="1"/>
              <a:t>Eg.</a:t>
            </a:r>
            <a:r>
              <a:rPr lang="en-IN" dirty="0"/>
              <a:t>  365x3          =5 approx. </a:t>
            </a:r>
          </a:p>
          <a:p>
            <a:pPr marL="0" indent="0">
              <a:buNone/>
            </a:pPr>
            <a:r>
              <a:rPr lang="en-IN" dirty="0"/>
              <a:t>           217</a:t>
            </a:r>
          </a:p>
          <a:p>
            <a:r>
              <a:rPr lang="en-IN" dirty="0"/>
              <a:t>Man days are actual working days available </a:t>
            </a:r>
          </a:p>
          <a:p>
            <a:r>
              <a:rPr lang="en-IN" dirty="0"/>
              <a:t>Like after </a:t>
            </a:r>
            <a:r>
              <a:rPr lang="en-IN" dirty="0" err="1"/>
              <a:t>subtrating</a:t>
            </a:r>
            <a:r>
              <a:rPr lang="en-IN" dirty="0"/>
              <a:t> the number of holidays to which the staff is  entitled.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F38658-36F2-4E20-AA74-5EA9F51A25D6}"/>
              </a:ext>
            </a:extLst>
          </p:cNvPr>
          <p:cNvCxnSpPr/>
          <p:nvPr/>
        </p:nvCxnSpPr>
        <p:spPr>
          <a:xfrm>
            <a:off x="2933700" y="3713017"/>
            <a:ext cx="3463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36AA50-FDBF-415B-B7DE-DAE3AC802CF4}"/>
              </a:ext>
            </a:extLst>
          </p:cNvPr>
          <p:cNvCxnSpPr/>
          <p:nvPr/>
        </p:nvCxnSpPr>
        <p:spPr>
          <a:xfrm>
            <a:off x="3588327" y="4502727"/>
            <a:ext cx="59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503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147224-7EDE-4F01-9DDD-4C5C1185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FORMULA FOR DEVELOPING THE NUMBERS OF PERSONNEL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F1903-9FCF-4101-8B5B-148379EA7E15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800" dirty="0"/>
              <a:t>A minimum of two persons for any size of the hospital +1 persons for every 100 beds (50-100) +1 persons for every 10 beds </a:t>
            </a:r>
          </a:p>
          <a:p>
            <a:r>
              <a:rPr lang="en-IN" sz="2800" dirty="0"/>
              <a:t>Numbers of staff required for MRD</a:t>
            </a:r>
          </a:p>
          <a:p>
            <a:r>
              <a:rPr lang="en-IN" sz="2800" dirty="0"/>
              <a:t>100 </a:t>
            </a:r>
            <a:r>
              <a:rPr lang="en-IN" sz="2800" dirty="0" err="1"/>
              <a:t>Beded</a:t>
            </a:r>
            <a:r>
              <a:rPr lang="en-IN" sz="2800" dirty="0"/>
              <a:t> hospital :2+1+10=13 personnel</a:t>
            </a:r>
          </a:p>
          <a:p>
            <a:r>
              <a:rPr lang="en-IN" sz="2800" dirty="0"/>
              <a:t>500 </a:t>
            </a:r>
            <a:r>
              <a:rPr lang="en-IN" sz="2800" dirty="0" err="1"/>
              <a:t>Beded</a:t>
            </a:r>
            <a:r>
              <a:rPr lang="en-IN" sz="2800" dirty="0"/>
              <a:t> Hospital </a:t>
            </a:r>
            <a:r>
              <a:rPr lang="en-IN" sz="2800" dirty="0" err="1"/>
              <a:t>hospital</a:t>
            </a:r>
            <a:r>
              <a:rPr lang="en-IN" sz="2800" dirty="0"/>
              <a:t> : 2+5+50= 57 personnel</a:t>
            </a:r>
          </a:p>
        </p:txBody>
      </p:sp>
    </p:spTree>
    <p:extLst>
      <p:ext uri="{BB962C8B-B14F-4D97-AF65-F5344CB8AC3E}">
        <p14:creationId xmlns:p14="http://schemas.microsoft.com/office/powerpoint/2010/main" val="3129730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6FA772-8648-4B20-9B21-B95D5B12D6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4" t="17284" r="3046" b="20297"/>
          <a:stretch/>
        </p:blipFill>
        <p:spPr>
          <a:xfrm>
            <a:off x="581891" y="1316182"/>
            <a:ext cx="11236035" cy="530629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BD3C9A6-A771-4648-B96A-E6A97B8E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706" y="554491"/>
            <a:ext cx="8897565" cy="761691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STAFFING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1241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1B0A7-EEE2-430B-A804-91CDEE50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99" y="401782"/>
            <a:ext cx="8981209" cy="56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2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036793-17C1-4972-BEA2-477AA728F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99" y="505691"/>
            <a:ext cx="9022773" cy="58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46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9D0B-2D4A-45F7-8247-602875A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8345"/>
            <a:ext cx="12192000" cy="926626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N" dirty="0"/>
              <a:t>DUTIES AND RESPONSIBILITIES OF MRO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07D31-FA1B-4BB1-8CF1-69E5C537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494972"/>
            <a:ext cx="11312385" cy="5363028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To establish , organize, and manage a MRD of a hospital in a effective way 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Development of polices and procedures as per HEALTH DIRECTORATE/ MINISTRY OF HEALTH 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Assist medical record committee for developing different forms.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Review of Medical Records of different department 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Cooperate with other department’s  staffs 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To participate and assist in quality assurance , utilization review, infection control and other committees.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Prepare all medical reports medical certificate, birth / death register and notify concerned authorities.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Prepare monthly statistical reports concerning the hospital activities carried out 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Observe professional ethics and to protect the confidentiality of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Participate and assist in research programme 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Select appropriate personnel for MRD.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Prepare educational training programs </a:t>
            </a:r>
          </a:p>
        </p:txBody>
      </p:sp>
    </p:spTree>
    <p:extLst>
      <p:ext uri="{BB962C8B-B14F-4D97-AF65-F5344CB8AC3E}">
        <p14:creationId xmlns:p14="http://schemas.microsoft.com/office/powerpoint/2010/main" val="3192192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7595E5-3660-46E2-B974-705C3AE6D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7" y="435428"/>
            <a:ext cx="11016343" cy="608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10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786ADF-FA6B-45FE-A4CE-8FAAC2032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4" y="318654"/>
            <a:ext cx="4765962" cy="4405746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18713F5-FC73-47E7-BE13-C7D269C96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66708"/>
              </p:ext>
            </p:extLst>
          </p:nvPr>
        </p:nvGraphicFramePr>
        <p:xfrm>
          <a:off x="5430982" y="484138"/>
          <a:ext cx="2133600" cy="332586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42384200"/>
                    </a:ext>
                  </a:extLst>
                </a:gridCol>
              </a:tblGrid>
              <a:tr h="717942">
                <a:tc>
                  <a:txBody>
                    <a:bodyPr/>
                    <a:lstStyle/>
                    <a:p>
                      <a:r>
                        <a:rPr lang="en-IN" dirty="0"/>
                        <a:t>A/E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026"/>
                  </a:ext>
                </a:extLst>
              </a:tr>
              <a:tr h="648708">
                <a:tc>
                  <a:txBody>
                    <a:bodyPr/>
                    <a:lstStyle/>
                    <a:p>
                      <a:r>
                        <a:rPr lang="en-IN" dirty="0"/>
                        <a:t>MEDICAL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29385"/>
                  </a:ext>
                </a:extLst>
              </a:tr>
              <a:tr h="785278">
                <a:tc>
                  <a:txBody>
                    <a:bodyPr/>
                    <a:lstStyle/>
                    <a:p>
                      <a:r>
                        <a:rPr lang="en-IN" dirty="0"/>
                        <a:t>PARAMEDICAL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56235"/>
                  </a:ext>
                </a:extLst>
              </a:tr>
              <a:tr h="716993">
                <a:tc>
                  <a:txBody>
                    <a:bodyPr/>
                    <a:lstStyle/>
                    <a:p>
                      <a:r>
                        <a:rPr lang="en-IN" dirty="0"/>
                        <a:t>COMPUTER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52143"/>
                  </a:ext>
                </a:extLst>
              </a:tr>
              <a:tr h="456941">
                <a:tc>
                  <a:txBody>
                    <a:bodyPr/>
                    <a:lstStyle/>
                    <a:p>
                      <a:r>
                        <a:rPr lang="en-IN" dirty="0"/>
                        <a:t>ADMINISTRATION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610553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91DAC9C-FD30-47B0-BE9A-71B515CCE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146287"/>
              </p:ext>
            </p:extLst>
          </p:nvPr>
        </p:nvGraphicFramePr>
        <p:xfrm>
          <a:off x="10016836" y="484138"/>
          <a:ext cx="1916545" cy="32842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16545">
                  <a:extLst>
                    <a:ext uri="{9D8B030D-6E8A-4147-A177-3AD203B41FA5}">
                      <a16:colId xmlns:a16="http://schemas.microsoft.com/office/drawing/2014/main" val="2025719699"/>
                    </a:ext>
                  </a:extLst>
                </a:gridCol>
              </a:tblGrid>
              <a:tr h="651935">
                <a:tc>
                  <a:txBody>
                    <a:bodyPr/>
                    <a:lstStyle/>
                    <a:p>
                      <a:r>
                        <a:rPr lang="en-IN" dirty="0"/>
                        <a:t>ADMISSION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84330"/>
                  </a:ext>
                </a:extLst>
              </a:tr>
              <a:tr h="651163">
                <a:tc>
                  <a:txBody>
                    <a:bodyPr/>
                    <a:lstStyle/>
                    <a:p>
                      <a:r>
                        <a:rPr lang="en-IN" dirty="0"/>
                        <a:t>NURSING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169353"/>
                  </a:ext>
                </a:extLst>
              </a:tr>
              <a:tr h="665019">
                <a:tc>
                  <a:txBody>
                    <a:bodyPr/>
                    <a:lstStyle/>
                    <a:p>
                      <a:r>
                        <a:rPr lang="en-IN" dirty="0"/>
                        <a:t>INVESTIGATION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764299"/>
                  </a:ext>
                </a:extLst>
              </a:tr>
              <a:tr h="581890">
                <a:tc>
                  <a:txBody>
                    <a:bodyPr/>
                    <a:lstStyle/>
                    <a:p>
                      <a:r>
                        <a:rPr lang="en-IN" dirty="0"/>
                        <a:t>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337059"/>
                  </a:ext>
                </a:extLst>
              </a:tr>
              <a:tr h="734291">
                <a:tc>
                  <a:txBody>
                    <a:bodyPr/>
                    <a:lstStyle/>
                    <a:p>
                      <a:r>
                        <a:rPr lang="en-IN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589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9E7CEDB-22FE-4368-845C-EFA1E6703440}"/>
              </a:ext>
            </a:extLst>
          </p:cNvPr>
          <p:cNvSpPr/>
          <p:nvPr/>
        </p:nvSpPr>
        <p:spPr>
          <a:xfrm>
            <a:off x="8229600" y="720436"/>
            <a:ext cx="1122218" cy="540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OPD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97D23-71A5-4E00-90F2-42EE6B218F2E}"/>
              </a:ext>
            </a:extLst>
          </p:cNvPr>
          <p:cNvSpPr/>
          <p:nvPr/>
        </p:nvSpPr>
        <p:spPr>
          <a:xfrm>
            <a:off x="8229600" y="1963690"/>
            <a:ext cx="1122218" cy="540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6D59F-5B1C-4A08-8C17-C0EC6073BE67}"/>
              </a:ext>
            </a:extLst>
          </p:cNvPr>
          <p:cNvSpPr/>
          <p:nvPr/>
        </p:nvSpPr>
        <p:spPr>
          <a:xfrm>
            <a:off x="8229600" y="3158836"/>
            <a:ext cx="1260764" cy="6511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WARD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C0C29-8349-4ACC-A83F-056DE187708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564582" y="609600"/>
            <a:ext cx="665018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BFF19F-DDE5-49BA-85BB-DAFFC475E9CE}"/>
              </a:ext>
            </a:extLst>
          </p:cNvPr>
          <p:cNvCxnSpPr>
            <a:stCxn id="10" idx="1"/>
          </p:cNvCxnSpPr>
          <p:nvPr/>
        </p:nvCxnSpPr>
        <p:spPr>
          <a:xfrm flipH="1">
            <a:off x="7564582" y="990600"/>
            <a:ext cx="665018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6FA8A8-05AF-4B7B-BCBB-660B512B0D5D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7564582" y="990600"/>
            <a:ext cx="665018" cy="1156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1AB359-B117-42D3-A28A-1EB42A6F25F8}"/>
              </a:ext>
            </a:extLst>
          </p:cNvPr>
          <p:cNvCxnSpPr>
            <a:stCxn id="10" idx="1"/>
          </p:cNvCxnSpPr>
          <p:nvPr/>
        </p:nvCxnSpPr>
        <p:spPr>
          <a:xfrm flipH="1">
            <a:off x="7564582" y="990600"/>
            <a:ext cx="665018" cy="1932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09EFDC-7DE0-4005-9B09-F01CD572C33C}"/>
              </a:ext>
            </a:extLst>
          </p:cNvPr>
          <p:cNvCxnSpPr>
            <a:stCxn id="10" idx="1"/>
          </p:cNvCxnSpPr>
          <p:nvPr/>
        </p:nvCxnSpPr>
        <p:spPr>
          <a:xfrm flipH="1">
            <a:off x="7564582" y="990600"/>
            <a:ext cx="665018" cy="2514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3736BA-87B0-4A58-9090-5F74FAC7AC82}"/>
              </a:ext>
            </a:extLst>
          </p:cNvPr>
          <p:cNvCxnSpPr>
            <a:stCxn id="10" idx="3"/>
          </p:cNvCxnSpPr>
          <p:nvPr/>
        </p:nvCxnSpPr>
        <p:spPr>
          <a:xfrm flipV="1">
            <a:off x="9351818" y="720436"/>
            <a:ext cx="817418" cy="270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44E8C1-5D75-48E2-8470-10964ECBE7BD}"/>
              </a:ext>
            </a:extLst>
          </p:cNvPr>
          <p:cNvCxnSpPr>
            <a:stCxn id="10" idx="3"/>
          </p:cNvCxnSpPr>
          <p:nvPr/>
        </p:nvCxnSpPr>
        <p:spPr>
          <a:xfrm>
            <a:off x="9351818" y="990600"/>
            <a:ext cx="665018" cy="422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33698C-6995-45A9-A944-ABA06CC7E4A9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9351818" y="990600"/>
            <a:ext cx="665018" cy="1135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59470C-7F9F-4E4E-B6E4-B179E07BBE60}"/>
              </a:ext>
            </a:extLst>
          </p:cNvPr>
          <p:cNvCxnSpPr>
            <a:stCxn id="10" idx="3"/>
          </p:cNvCxnSpPr>
          <p:nvPr/>
        </p:nvCxnSpPr>
        <p:spPr>
          <a:xfrm>
            <a:off x="9351818" y="990600"/>
            <a:ext cx="665018" cy="191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C1B3D0-CCE3-4180-9304-5E0E965DC0E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351818" y="990600"/>
            <a:ext cx="665018" cy="2763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E84427A-9220-4C2C-B535-9B00281B88A9}"/>
              </a:ext>
            </a:extLst>
          </p:cNvPr>
          <p:cNvCxnSpPr>
            <a:cxnSpLocks/>
          </p:cNvCxnSpPr>
          <p:nvPr/>
        </p:nvCxnSpPr>
        <p:spPr>
          <a:xfrm flipH="1" flipV="1">
            <a:off x="7564582" y="934796"/>
            <a:ext cx="665018" cy="12122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1330B2B-3A5E-44FA-A103-1D8C87E96F5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7564582" y="2233854"/>
            <a:ext cx="665018" cy="6890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CFCEF1-42F0-4945-9539-7D6A3DF981A4}"/>
              </a:ext>
            </a:extLst>
          </p:cNvPr>
          <p:cNvCxnSpPr>
            <a:stCxn id="11" idx="1"/>
          </p:cNvCxnSpPr>
          <p:nvPr/>
        </p:nvCxnSpPr>
        <p:spPr>
          <a:xfrm flipH="1">
            <a:off x="7564582" y="2233854"/>
            <a:ext cx="665018" cy="1270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BC8F09C-A70A-490E-A142-5C3A47EA7B23}"/>
              </a:ext>
            </a:extLst>
          </p:cNvPr>
          <p:cNvCxnSpPr>
            <a:stCxn id="11" idx="1"/>
          </p:cNvCxnSpPr>
          <p:nvPr/>
        </p:nvCxnSpPr>
        <p:spPr>
          <a:xfrm flipH="1">
            <a:off x="7435273" y="2233854"/>
            <a:ext cx="79432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3B15ED-7601-4E13-95F4-91867A8A0475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7564582" y="1579418"/>
            <a:ext cx="665018" cy="6544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2F36F33-4110-4757-B6EA-A772B4D26015}"/>
              </a:ext>
            </a:extLst>
          </p:cNvPr>
          <p:cNvCxnSpPr>
            <a:stCxn id="11" idx="3"/>
          </p:cNvCxnSpPr>
          <p:nvPr/>
        </p:nvCxnSpPr>
        <p:spPr>
          <a:xfrm flipV="1">
            <a:off x="9351818" y="934796"/>
            <a:ext cx="665018" cy="1299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CBCAB1-A70D-44E4-B48B-2DA7D3EE9B35}"/>
              </a:ext>
            </a:extLst>
          </p:cNvPr>
          <p:cNvCxnSpPr>
            <a:stCxn id="11" idx="3"/>
          </p:cNvCxnSpPr>
          <p:nvPr/>
        </p:nvCxnSpPr>
        <p:spPr>
          <a:xfrm flipV="1">
            <a:off x="9351818" y="1541126"/>
            <a:ext cx="665018" cy="6927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C4E011-1715-4066-AC09-C4B82F63EB09}"/>
              </a:ext>
            </a:extLst>
          </p:cNvPr>
          <p:cNvCxnSpPr>
            <a:stCxn id="11" idx="3"/>
          </p:cNvCxnSpPr>
          <p:nvPr/>
        </p:nvCxnSpPr>
        <p:spPr>
          <a:xfrm>
            <a:off x="9351818" y="2233854"/>
            <a:ext cx="8174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E47633F-55AD-43B8-A4F3-286386629B41}"/>
              </a:ext>
            </a:extLst>
          </p:cNvPr>
          <p:cNvCxnSpPr>
            <a:stCxn id="11" idx="3"/>
          </p:cNvCxnSpPr>
          <p:nvPr/>
        </p:nvCxnSpPr>
        <p:spPr>
          <a:xfrm>
            <a:off x="9351818" y="2233854"/>
            <a:ext cx="817418" cy="66828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A884F47-4EFC-48D4-8DEC-DA6834129156}"/>
              </a:ext>
            </a:extLst>
          </p:cNvPr>
          <p:cNvCxnSpPr>
            <a:stCxn id="11" idx="3"/>
          </p:cNvCxnSpPr>
          <p:nvPr/>
        </p:nvCxnSpPr>
        <p:spPr>
          <a:xfrm>
            <a:off x="9351818" y="2233854"/>
            <a:ext cx="882073" cy="12004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F51C821-4DDB-422F-B636-93CCDFD135C0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564582" y="1010999"/>
            <a:ext cx="665018" cy="247341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FE84A7C-0CB4-4CF4-ACC2-B94B91D84A2A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7308273" y="1541126"/>
            <a:ext cx="921327" cy="1943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5928AE-0CD8-4D2F-A4FF-7C7083D80104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7435273" y="2403764"/>
            <a:ext cx="794327" cy="1080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DBF7277-566A-4A0B-A398-130183ECEEB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7435273" y="3007877"/>
            <a:ext cx="794327" cy="4765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41A79EB-AAAF-461F-9A8B-8D21BE0AE0EB}"/>
              </a:ext>
            </a:extLst>
          </p:cNvPr>
          <p:cNvCxnSpPr>
            <a:stCxn id="12" idx="1"/>
          </p:cNvCxnSpPr>
          <p:nvPr/>
        </p:nvCxnSpPr>
        <p:spPr>
          <a:xfrm flipH="1">
            <a:off x="7435273" y="3484418"/>
            <a:ext cx="794327" cy="93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3ADA8F-A571-46DD-8AF6-7377784D3C1E}"/>
              </a:ext>
            </a:extLst>
          </p:cNvPr>
          <p:cNvCxnSpPr>
            <a:stCxn id="12" idx="3"/>
          </p:cNvCxnSpPr>
          <p:nvPr/>
        </p:nvCxnSpPr>
        <p:spPr>
          <a:xfrm flipV="1">
            <a:off x="9490364" y="831273"/>
            <a:ext cx="678872" cy="265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A4FA0C4-4C29-453B-BB90-40C8664C353B}"/>
              </a:ext>
            </a:extLst>
          </p:cNvPr>
          <p:cNvCxnSpPr>
            <a:stCxn id="12" idx="3"/>
          </p:cNvCxnSpPr>
          <p:nvPr/>
        </p:nvCxnSpPr>
        <p:spPr>
          <a:xfrm flipV="1">
            <a:off x="9490364" y="1645418"/>
            <a:ext cx="678872" cy="183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04DA5D9-EBF1-479C-ACF0-CA3C6B34C186}"/>
              </a:ext>
            </a:extLst>
          </p:cNvPr>
          <p:cNvCxnSpPr>
            <a:stCxn id="12" idx="3"/>
          </p:cNvCxnSpPr>
          <p:nvPr/>
        </p:nvCxnSpPr>
        <p:spPr>
          <a:xfrm flipV="1">
            <a:off x="9490364" y="2289658"/>
            <a:ext cx="616527" cy="1194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D9278EA-A12A-45BA-B764-DC682930ED01}"/>
              </a:ext>
            </a:extLst>
          </p:cNvPr>
          <p:cNvCxnSpPr>
            <a:stCxn id="12" idx="3"/>
          </p:cNvCxnSpPr>
          <p:nvPr/>
        </p:nvCxnSpPr>
        <p:spPr>
          <a:xfrm flipV="1">
            <a:off x="9490364" y="2815745"/>
            <a:ext cx="650009" cy="6686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3D38CB4-A210-4FDE-B83B-AFDDBC49E1BB}"/>
              </a:ext>
            </a:extLst>
          </p:cNvPr>
          <p:cNvCxnSpPr>
            <a:stCxn id="12" idx="3"/>
          </p:cNvCxnSpPr>
          <p:nvPr/>
        </p:nvCxnSpPr>
        <p:spPr>
          <a:xfrm>
            <a:off x="9490364" y="3484418"/>
            <a:ext cx="743527" cy="6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279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F6CA4E-C794-4D6D-9A61-12D72076BF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255"/>
          <a:stretch/>
        </p:blipFill>
        <p:spPr>
          <a:xfrm>
            <a:off x="2628899" y="387927"/>
            <a:ext cx="9119756" cy="608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24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338793-8961-4209-B556-82217BB87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098" b="17242"/>
          <a:stretch/>
        </p:blipFill>
        <p:spPr>
          <a:xfrm>
            <a:off x="3726873" y="623453"/>
            <a:ext cx="8146471" cy="550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89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BD87D8-D369-4F70-863F-D2C16AC430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55" t="10676"/>
          <a:stretch/>
        </p:blipFill>
        <p:spPr>
          <a:xfrm>
            <a:off x="3823855" y="581891"/>
            <a:ext cx="7523018" cy="55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02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65B831-4290-467B-9C66-A7431F2C0D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384"/>
          <a:stretch/>
        </p:blipFill>
        <p:spPr>
          <a:xfrm>
            <a:off x="2628900" y="374072"/>
            <a:ext cx="9105900" cy="60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14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FFADD-F8DE-4B51-A769-1238C6467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16"/>
          <a:stretch/>
        </p:blipFill>
        <p:spPr>
          <a:xfrm>
            <a:off x="2244437" y="471055"/>
            <a:ext cx="9504218" cy="58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179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E6FC9B-F4D0-4FF8-84F4-E78D875C6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12"/>
          <a:stretch/>
        </p:blipFill>
        <p:spPr>
          <a:xfrm>
            <a:off x="2850573" y="401782"/>
            <a:ext cx="8814954" cy="59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821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E1217"/>
      </a:dk2>
      <a:lt2>
        <a:srgbClr val="FAFDFD"/>
      </a:lt2>
      <a:accent1>
        <a:srgbClr val="78475D"/>
      </a:accent1>
      <a:accent2>
        <a:srgbClr val="A7D068"/>
      </a:accent2>
      <a:accent3>
        <a:srgbClr val="78C5CF"/>
      </a:accent3>
      <a:accent4>
        <a:srgbClr val="D36E88"/>
      </a:accent4>
      <a:accent5>
        <a:srgbClr val="D3C588"/>
      </a:accent5>
      <a:accent6>
        <a:srgbClr val="ED9E57"/>
      </a:accent6>
      <a:hlink>
        <a:srgbClr val="78C5CF"/>
      </a:hlink>
      <a:folHlink>
        <a:srgbClr val="D36E88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E2D42CFC-65DC-41E3-8961-A8E5A2991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546</TotalTime>
  <Words>2368</Words>
  <Application>Microsoft Office PowerPoint</Application>
  <PresentationFormat>Widescreen</PresentationFormat>
  <Paragraphs>230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Calibri</vt:lpstr>
      <vt:lpstr>Century Schoolbook</vt:lpstr>
      <vt:lpstr>Corbel</vt:lpstr>
      <vt:lpstr>Wingdings</vt:lpstr>
      <vt:lpstr>Feathered</vt:lpstr>
      <vt:lpstr>ORGANISATION &amp; MANAGEMENT  OF MRD</vt:lpstr>
      <vt:lpstr>PowerPoint Presentation</vt:lpstr>
      <vt:lpstr>GOAL </vt:lpstr>
      <vt:lpstr>OBJECTIVES (FUNCTIONS)</vt:lpstr>
      <vt:lpstr>OBJECTIVES (FUNCTIONS)</vt:lpstr>
      <vt:lpstr>OBJECTIVES (FUNCTIONS)</vt:lpstr>
      <vt:lpstr>OBJECTIVES (FUNCTIONS)</vt:lpstr>
      <vt:lpstr>ORGANIZATION &amp; FUNCTIONS</vt:lpstr>
      <vt:lpstr>OUTPATIENT SERVICE</vt:lpstr>
      <vt:lpstr>OUTPATIENT SERVICE</vt:lpstr>
      <vt:lpstr>ACCIDENT AND EMERGENCY SERVICE </vt:lpstr>
      <vt:lpstr>INPATIENT SERVICE </vt:lpstr>
      <vt:lpstr>INPATIENT SERVICE </vt:lpstr>
      <vt:lpstr>MEDICAL RECORD LIBRARY </vt:lpstr>
      <vt:lpstr>1.Processing of Outpatient Records</vt:lpstr>
      <vt:lpstr>2. Processing of Inpatient Records </vt:lpstr>
      <vt:lpstr>3.COLLECTION AND ANALYSIS OF HOSPITAL STATISTICS</vt:lpstr>
      <vt:lpstr>FILLING AND RETRIEVAL OF RECORDS AND X RAYS </vt:lpstr>
      <vt:lpstr>FILING SYSTEM </vt:lpstr>
      <vt:lpstr>STRAIGHT NUMERIC FILLING METHOD </vt:lpstr>
      <vt:lpstr>TERMINAL DIGIT FILING METHOD </vt:lpstr>
      <vt:lpstr>PowerPoint Presentation</vt:lpstr>
      <vt:lpstr>MIDDLE DIGIT FILLING METHOD </vt:lpstr>
      <vt:lpstr>MIDDLE DIGIT FILLING METHOD </vt:lpstr>
      <vt:lpstr>COLOR CODING OF THE RECORD FOLDERS </vt:lpstr>
      <vt:lpstr>ORGANIZATIONAL CHART OF MRD STAFF</vt:lpstr>
      <vt:lpstr>NORMS FOR DEVELOPING THE NUMBERS OF PERSONNEL </vt:lpstr>
      <vt:lpstr>FORMULA FOR DEVELOPING THE NUMBERS OF PERSONNEL </vt:lpstr>
      <vt:lpstr>STAFFING </vt:lpstr>
      <vt:lpstr>PowerPoint Presentation</vt:lpstr>
      <vt:lpstr>PowerPoint Presentation</vt:lpstr>
      <vt:lpstr>DUTIES AND RESPONSIBILITIES OF MRO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ORGANISATION &amp; MANAGEMENT  OF MRD</dc:title>
  <dc:creator>debjani mukherjee</dc:creator>
  <cp:lastModifiedBy>debjani mukherjee</cp:lastModifiedBy>
  <cp:revision>53</cp:revision>
  <dcterms:created xsi:type="dcterms:W3CDTF">2020-04-23T17:18:41Z</dcterms:created>
  <dcterms:modified xsi:type="dcterms:W3CDTF">2020-05-03T17:30:08Z</dcterms:modified>
</cp:coreProperties>
</file>